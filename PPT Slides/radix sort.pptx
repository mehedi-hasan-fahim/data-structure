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4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B7B7"/>
    <a:srgbClr val="00FFFF"/>
    <a:srgbClr val="BDBDBD"/>
    <a:srgbClr val="C3C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615ED-FB84-57A7-707C-BCA2183B0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625C0-D08A-464D-CCEF-FED406E6F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D5300-A702-DE66-199E-302FCEE4D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18B1C-0BC9-4918-9A40-BDECFFB13B7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5C3B8-6A96-533A-74E7-596F87FFF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9CDD3-DB39-38DA-1FE3-1F101D92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DA2C-BC1B-435F-8678-113330752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5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F7ECE-F99C-3A29-8717-58BED1C9E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3C246-AA04-D6E9-B29D-62E03915B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35EEF-BB31-3F0B-2C3D-93BA806A5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18B1C-0BC9-4918-9A40-BDECFFB13B7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44C63-1134-4F57-2F9E-63867F509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49BB2-178C-E16B-8716-B0B7A1863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DA2C-BC1B-435F-8678-113330752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80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2EC5B-B49F-6B49-E555-39AE7ECBB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F9B92-2379-3AB7-E071-84CBC7A39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BEFD6-7851-DAB2-B93E-F9E47E8D3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18B1C-0BC9-4918-9A40-BDECFFB13B7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102D5-CFE0-E66A-91D9-6419F289F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B66AD-576B-AF8D-AB30-A672C3CF5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DA2C-BC1B-435F-8678-113330752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228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513FB-BFFE-51D1-3D61-CDA0BBA76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7E642-D9E6-A8FA-96FC-E01EC6D1B0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F1947-1900-9E12-558F-59795E84C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BC884-6C2E-B2C2-A851-2C6CEAA72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18B1C-0BC9-4918-9A40-BDECFFB13B7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5EA3C-2DD7-1059-3630-2A4B43CF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58AFD-2401-91A1-7946-B6D29C9F9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DA2C-BC1B-435F-8678-113330752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60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A0C23-B352-25C5-45AE-D24EA7097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E0518-1CB8-ECC2-8714-EFE2DD33C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BBE9D-F8AC-CDE1-5227-C9090C23D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26988C-D411-FFE6-CFBB-8393A89C8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853D97-FB65-8D16-CE5C-2284A8AAE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AF3C08-DF5E-2F35-27FB-A4151D16E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18B1C-0BC9-4918-9A40-BDECFFB13B7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9609A8-A5A8-9333-C96F-78110B96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C3E749-0F6E-2BDE-2629-8F2CCA544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DA2C-BC1B-435F-8678-113330752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76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06E50-8AA5-E8EF-29FC-F52F5B3B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97004-3F23-73C3-C317-BBA5E38C1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18B1C-0BC9-4918-9A40-BDECFFB13B7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9AE38-712E-E198-3205-C1B8E824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DED7B-4876-E4FB-04F6-8444862F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DA2C-BC1B-435F-8678-113330752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8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0B6EC9-556D-E843-CAE2-E536ED059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18B1C-0BC9-4918-9A40-BDECFFB13B7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D70A4B-9366-FA03-AC81-640FD010C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1A07C-2D4D-2DA1-6963-460BA6D9A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DA2C-BC1B-435F-8678-113330752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36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73A02-2EE0-8261-8511-D04C5CCE0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51521-DD70-6449-1545-B948E0BC0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2089E-4F4D-4D12-5428-20AF50756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03719-F030-C88D-7A14-5DB3D8FFA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18B1C-0BC9-4918-9A40-BDECFFB13B7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CB6A0-DD7A-FCDE-490F-75D41010D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2E746-CC16-D65A-BDF8-1727672EB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DA2C-BC1B-435F-8678-113330752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88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7CE6A-95F0-00C8-C9D3-54781434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F237C4-FB7F-4683-5A7D-16252140B3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46CC3-8C0E-8968-EEF1-C4074182A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87E8E-B3D5-FB07-EDBD-7E83605C7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18B1C-0BC9-4918-9A40-BDECFFB13B7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E5E6E-6B3E-41FF-D954-AF1E11431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D4511-14B1-794E-6D95-E1FD44802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DA2C-BC1B-435F-8678-113330752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14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866FD-E511-31A8-9324-2F45632DE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B6DDB-455E-A45B-0FBA-80F57261A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3D67F-7AC2-40B0-C421-6BC9EAAF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18B1C-0BC9-4918-9A40-BDECFFB13B7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6EF54-87B6-C1A9-274E-5C916980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1B3A1-A78D-ADE7-D083-9DE3B472E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DA2C-BC1B-435F-8678-113330752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93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8BFB0C-82CC-BAAE-F49B-F91ACEA3B4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DF729-A4BB-7290-741F-932018521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F77F7-E1AF-2735-7934-DFB83526B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18B1C-0BC9-4918-9A40-BDECFFB13B7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0049C-C2CE-82D2-D2E6-B73E904B8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C34B-1B97-2BA8-C4DD-A945C3DD2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DA2C-BC1B-435F-8678-113330752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64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049170-D9BB-A20A-8AEC-991A3B16A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78949-B3AC-D17A-6A68-E4C77ECB7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9DC6A-024E-2D60-16B4-BBCC1A2355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18B1C-0BC9-4918-9A40-BDECFFB13B7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07597-9D85-9A9B-E6EB-02EB61E83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02A5C-78CD-CC45-0691-184C4E8CD0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3DA2C-BC1B-435F-8678-113330752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30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77F416-B9A7-84EE-3983-03B743F90252}"/>
              </a:ext>
            </a:extLst>
          </p:cNvPr>
          <p:cNvSpPr txBox="1"/>
          <p:nvPr/>
        </p:nvSpPr>
        <p:spPr>
          <a:xfrm>
            <a:off x="717452" y="422031"/>
            <a:ext cx="9903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আমরা</a:t>
            </a:r>
            <a:r>
              <a:rPr lang="en-US" dirty="0"/>
              <a:t> count sort এ </a:t>
            </a:r>
            <a:r>
              <a:rPr lang="en-US" dirty="0" err="1"/>
              <a:t>দেখেছি</a:t>
            </a:r>
            <a:r>
              <a:rPr lang="en-US" dirty="0"/>
              <a:t> </a:t>
            </a:r>
            <a:r>
              <a:rPr lang="en-US" dirty="0" err="1"/>
              <a:t>যে</a:t>
            </a:r>
            <a:r>
              <a:rPr lang="en-US" dirty="0"/>
              <a:t> maximum number </a:t>
            </a:r>
            <a:r>
              <a:rPr lang="en-US" dirty="0" err="1"/>
              <a:t>বের</a:t>
            </a:r>
            <a:r>
              <a:rPr lang="en-US" dirty="0"/>
              <a:t> </a:t>
            </a:r>
            <a:r>
              <a:rPr lang="en-US" dirty="0" err="1"/>
              <a:t>করে</a:t>
            </a:r>
            <a:r>
              <a:rPr lang="en-US" dirty="0"/>
              <a:t> </a:t>
            </a:r>
            <a:r>
              <a:rPr lang="en-US" dirty="0" err="1"/>
              <a:t>সেই</a:t>
            </a:r>
            <a:r>
              <a:rPr lang="en-US" dirty="0"/>
              <a:t> maximum  </a:t>
            </a:r>
            <a:r>
              <a:rPr lang="en-US" dirty="0" err="1"/>
              <a:t>সংখ্যক</a:t>
            </a:r>
            <a:r>
              <a:rPr lang="en-US" dirty="0"/>
              <a:t> Array </a:t>
            </a:r>
            <a:r>
              <a:rPr lang="en-US" dirty="0" err="1"/>
              <a:t>নিয়ে</a:t>
            </a:r>
            <a:r>
              <a:rPr lang="en-US" dirty="0"/>
              <a:t> count sort </a:t>
            </a:r>
            <a:r>
              <a:rPr lang="en-US" dirty="0" err="1"/>
              <a:t>করা</a:t>
            </a:r>
            <a:r>
              <a:rPr lang="en-US" dirty="0"/>
              <a:t> </a:t>
            </a:r>
            <a:r>
              <a:rPr lang="en-US" dirty="0" err="1"/>
              <a:t>হয়</a:t>
            </a:r>
            <a:r>
              <a:rPr lang="en-US" dirty="0"/>
              <a:t> । </a:t>
            </a:r>
            <a:r>
              <a:rPr lang="en-US" dirty="0" err="1"/>
              <a:t>ছোট</a:t>
            </a:r>
            <a:r>
              <a:rPr lang="en-US" dirty="0"/>
              <a:t> </a:t>
            </a:r>
            <a:r>
              <a:rPr lang="en-US" dirty="0" err="1"/>
              <a:t>সংখ্যার</a:t>
            </a:r>
            <a:r>
              <a:rPr lang="en-US" dirty="0"/>
              <a:t> </a:t>
            </a:r>
            <a:r>
              <a:rPr lang="en-US" dirty="0" err="1"/>
              <a:t>ক্ষেত্রে</a:t>
            </a:r>
            <a:r>
              <a:rPr lang="en-US" dirty="0"/>
              <a:t> এই way effective </a:t>
            </a:r>
            <a:r>
              <a:rPr lang="en-US" dirty="0" err="1"/>
              <a:t>হলেও</a:t>
            </a:r>
            <a:r>
              <a:rPr lang="en-US" dirty="0"/>
              <a:t> </a:t>
            </a:r>
            <a:r>
              <a:rPr lang="en-US" dirty="0" err="1"/>
              <a:t>অনেক</a:t>
            </a:r>
            <a:r>
              <a:rPr lang="en-US" dirty="0"/>
              <a:t> </a:t>
            </a:r>
            <a:r>
              <a:rPr lang="en-US" dirty="0" err="1"/>
              <a:t>বড়</a:t>
            </a:r>
            <a:r>
              <a:rPr lang="en-US" dirty="0"/>
              <a:t> maximum number </a:t>
            </a:r>
            <a:r>
              <a:rPr lang="en-US" dirty="0" err="1"/>
              <a:t>থাকলে</a:t>
            </a:r>
            <a:r>
              <a:rPr lang="en-US" dirty="0"/>
              <a:t> </a:t>
            </a:r>
            <a:r>
              <a:rPr lang="en-US" dirty="0" err="1"/>
              <a:t>তত</a:t>
            </a:r>
            <a:r>
              <a:rPr lang="en-US" dirty="0"/>
              <a:t> </a:t>
            </a:r>
            <a:r>
              <a:rPr lang="en-US" dirty="0" err="1"/>
              <a:t>গুলো</a:t>
            </a:r>
            <a:r>
              <a:rPr lang="en-US" dirty="0"/>
              <a:t> array index </a:t>
            </a:r>
            <a:r>
              <a:rPr lang="en-US" dirty="0" err="1"/>
              <a:t>নিতে</a:t>
            </a:r>
            <a:r>
              <a:rPr lang="en-US" dirty="0"/>
              <a:t> </a:t>
            </a:r>
            <a:r>
              <a:rPr lang="en-US" dirty="0" err="1"/>
              <a:t>হবে</a:t>
            </a:r>
            <a:r>
              <a:rPr lang="en-US" dirty="0"/>
              <a:t> </a:t>
            </a:r>
            <a:r>
              <a:rPr lang="en-US" dirty="0" err="1"/>
              <a:t>যেটি</a:t>
            </a:r>
            <a:r>
              <a:rPr lang="en-US" dirty="0"/>
              <a:t> space  complexity এর </a:t>
            </a:r>
            <a:r>
              <a:rPr lang="en-US" dirty="0" err="1"/>
              <a:t>জন্য</a:t>
            </a:r>
            <a:r>
              <a:rPr lang="en-US" dirty="0"/>
              <a:t> effective </a:t>
            </a:r>
            <a:r>
              <a:rPr lang="en-US" dirty="0" err="1"/>
              <a:t>না</a:t>
            </a:r>
            <a:r>
              <a:rPr lang="en-US" dirty="0"/>
              <a:t> ।এই draw back </a:t>
            </a:r>
            <a:r>
              <a:rPr lang="en-US" dirty="0" err="1"/>
              <a:t>থেকে</a:t>
            </a:r>
            <a:r>
              <a:rPr lang="en-US" dirty="0"/>
              <a:t> radix sort আসল , </a:t>
            </a:r>
            <a:r>
              <a:rPr lang="en-US" dirty="0" err="1"/>
              <a:t>এটি</a:t>
            </a:r>
            <a:r>
              <a:rPr lang="en-US" dirty="0"/>
              <a:t> </a:t>
            </a:r>
            <a:r>
              <a:rPr lang="en-US" dirty="0" err="1"/>
              <a:t>মূলত</a:t>
            </a:r>
            <a:r>
              <a:rPr lang="en-US" dirty="0"/>
              <a:t> modified counting sort .</a:t>
            </a:r>
            <a:r>
              <a:rPr lang="en-US" dirty="0" err="1"/>
              <a:t>যেখানে</a:t>
            </a:r>
            <a:r>
              <a:rPr lang="en-US" dirty="0"/>
              <a:t> </a:t>
            </a:r>
            <a:r>
              <a:rPr lang="en-US" dirty="0" err="1"/>
              <a:t>প্রতিটি</a:t>
            </a:r>
            <a:r>
              <a:rPr lang="en-US" dirty="0"/>
              <a:t> </a:t>
            </a:r>
            <a:r>
              <a:rPr lang="en-US" dirty="0" err="1"/>
              <a:t>সংখ্যার</a:t>
            </a:r>
            <a:r>
              <a:rPr lang="en-US" dirty="0"/>
              <a:t> digit </a:t>
            </a:r>
            <a:r>
              <a:rPr lang="en-US" dirty="0" err="1"/>
              <a:t>নিয়ে</a:t>
            </a:r>
            <a:r>
              <a:rPr lang="en-US" dirty="0"/>
              <a:t> </a:t>
            </a:r>
            <a:r>
              <a:rPr lang="en-US" dirty="0" err="1"/>
              <a:t>কাজ</a:t>
            </a:r>
            <a:r>
              <a:rPr lang="en-US" dirty="0"/>
              <a:t> </a:t>
            </a:r>
            <a:r>
              <a:rPr lang="en-US" dirty="0" err="1"/>
              <a:t>করা</a:t>
            </a:r>
            <a:r>
              <a:rPr lang="en-US" dirty="0"/>
              <a:t> </a:t>
            </a:r>
            <a:r>
              <a:rPr lang="en-US" dirty="0" err="1"/>
              <a:t>হয়</a:t>
            </a:r>
            <a:r>
              <a:rPr lang="en-US" dirty="0"/>
              <a:t> </a:t>
            </a:r>
            <a:r>
              <a:rPr lang="en-US" dirty="0" err="1"/>
              <a:t>এবং</a:t>
            </a:r>
            <a:r>
              <a:rPr lang="en-US" dirty="0"/>
              <a:t> </a:t>
            </a:r>
            <a:r>
              <a:rPr lang="en-US" dirty="0" err="1"/>
              <a:t>সেই</a:t>
            </a:r>
            <a:r>
              <a:rPr lang="en-US" dirty="0"/>
              <a:t> single digit </a:t>
            </a:r>
            <a:r>
              <a:rPr lang="en-US" dirty="0" err="1"/>
              <a:t>গুলোর</a:t>
            </a:r>
            <a:r>
              <a:rPr lang="en-US" dirty="0"/>
              <a:t> </a:t>
            </a:r>
            <a:r>
              <a:rPr lang="en-US" dirty="0" err="1"/>
              <a:t>জন্য</a:t>
            </a:r>
            <a:r>
              <a:rPr lang="en-US" dirty="0"/>
              <a:t> counting sort call </a:t>
            </a:r>
            <a:r>
              <a:rPr lang="en-US" dirty="0" err="1"/>
              <a:t>করা</a:t>
            </a:r>
            <a:r>
              <a:rPr lang="en-US" dirty="0"/>
              <a:t> </a:t>
            </a:r>
            <a:r>
              <a:rPr lang="en-US" dirty="0" err="1"/>
              <a:t>হয়</a:t>
            </a:r>
            <a:r>
              <a:rPr lang="en-US" dirty="0"/>
              <a:t> .  </a:t>
            </a:r>
          </a:p>
        </p:txBody>
      </p:sp>
    </p:spTree>
    <p:extLst>
      <p:ext uri="{BB962C8B-B14F-4D97-AF65-F5344CB8AC3E}">
        <p14:creationId xmlns:p14="http://schemas.microsoft.com/office/powerpoint/2010/main" val="3138584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2. </a:t>
            </a:r>
            <a:r>
              <a:rPr lang="en-US" sz="1400" dirty="0"/>
              <a:t>For (pos=1 to max/pos&gt;0):</a:t>
            </a:r>
          </a:p>
          <a:p>
            <a:r>
              <a:rPr lang="en-US" sz="1400" dirty="0"/>
              <a:t>      </a:t>
            </a:r>
            <a:r>
              <a:rPr lang="en-US" sz="1400" dirty="0" err="1"/>
              <a:t>countSort</a:t>
            </a:r>
            <a:r>
              <a:rPr lang="en-US" sz="1400" dirty="0"/>
              <a:t>(</a:t>
            </a:r>
            <a:r>
              <a:rPr lang="en-US" sz="1400" dirty="0" err="1"/>
              <a:t>a,n,pos</a:t>
            </a:r>
            <a:r>
              <a:rPr lang="en-US" sz="1400" dirty="0"/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3. 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= </a:t>
            </a:r>
            <a:r>
              <a:rPr lang="en-US" sz="1600" dirty="0" err="1"/>
              <a:t>M.length</a:t>
            </a:r>
            <a:r>
              <a:rPr lang="en-US" sz="1600" dirty="0"/>
              <a:t> </a:t>
            </a:r>
            <a:r>
              <a:rPr lang="en-US" sz="1600" dirty="0" err="1"/>
              <a:t>downto</a:t>
            </a:r>
            <a:r>
              <a:rPr lang="en-US" sz="1600" dirty="0"/>
              <a:t> 1</a:t>
            </a:r>
          </a:p>
          <a:p>
            <a:r>
              <a:rPr lang="en-US" sz="1600" dirty="0"/>
              <a:t>     output[count[(M[</a:t>
            </a:r>
            <a:r>
              <a:rPr lang="en-US" sz="1600" dirty="0" err="1"/>
              <a:t>i</a:t>
            </a:r>
            <a:r>
              <a:rPr lang="en-US" sz="1600" dirty="0"/>
              <a:t>]/pos) % 10]-1] = M[</a:t>
            </a:r>
            <a:r>
              <a:rPr lang="en-US" sz="1600" dirty="0" err="1"/>
              <a:t>i</a:t>
            </a:r>
            <a:r>
              <a:rPr lang="en-US" sz="1600" dirty="0"/>
              <a:t>]     </a:t>
            </a:r>
          </a:p>
          <a:p>
            <a:r>
              <a:rPr lang="en-US" sz="1600" dirty="0"/>
              <a:t>     count[(M[</a:t>
            </a:r>
            <a:r>
              <a:rPr lang="en-US" sz="1600" dirty="0" err="1"/>
              <a:t>i</a:t>
            </a:r>
            <a:r>
              <a:rPr lang="en-US" sz="1600" dirty="0"/>
              <a:t>]/pos) % 10] = count[(M[</a:t>
            </a:r>
            <a:r>
              <a:rPr lang="en-US" sz="1600" dirty="0" err="1"/>
              <a:t>i</a:t>
            </a:r>
            <a:r>
              <a:rPr lang="en-US" sz="1600" dirty="0"/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736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>
                <a:highlight>
                  <a:srgbClr val="00FF00"/>
                </a:highlight>
              </a:rPr>
              <a:t>1.</a:t>
            </a:r>
            <a:r>
              <a:rPr lang="en-US" sz="1400" dirty="0">
                <a:highlight>
                  <a:srgbClr val="00FF00"/>
                </a:highlight>
              </a:rPr>
              <a:t> // Find the maximum element of the list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2. </a:t>
            </a:r>
            <a:r>
              <a:rPr lang="en-US" sz="1400" dirty="0"/>
              <a:t>For (pos=1 to max/pos&gt;0):</a:t>
            </a:r>
          </a:p>
          <a:p>
            <a:r>
              <a:rPr lang="en-US" sz="1400" dirty="0"/>
              <a:t>      </a:t>
            </a:r>
            <a:r>
              <a:rPr lang="en-US" sz="1400" dirty="0" err="1"/>
              <a:t>countSort</a:t>
            </a:r>
            <a:r>
              <a:rPr lang="en-US" sz="1400" dirty="0"/>
              <a:t>(</a:t>
            </a:r>
            <a:r>
              <a:rPr lang="en-US" sz="1400" dirty="0" err="1"/>
              <a:t>a,n,pos</a:t>
            </a:r>
            <a:r>
              <a:rPr lang="en-US" sz="1400" dirty="0"/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3. 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= </a:t>
            </a:r>
            <a:r>
              <a:rPr lang="en-US" sz="1600" dirty="0" err="1"/>
              <a:t>M.length</a:t>
            </a:r>
            <a:r>
              <a:rPr lang="en-US" sz="1600" dirty="0"/>
              <a:t> </a:t>
            </a:r>
            <a:r>
              <a:rPr lang="en-US" sz="1600" dirty="0" err="1"/>
              <a:t>downto</a:t>
            </a:r>
            <a:r>
              <a:rPr lang="en-US" sz="1600" dirty="0"/>
              <a:t> 1</a:t>
            </a:r>
          </a:p>
          <a:p>
            <a:r>
              <a:rPr lang="en-US" sz="1600" dirty="0"/>
              <a:t>     output[count[(M[</a:t>
            </a:r>
            <a:r>
              <a:rPr lang="en-US" sz="1600" dirty="0" err="1"/>
              <a:t>i</a:t>
            </a:r>
            <a:r>
              <a:rPr lang="en-US" sz="1600" dirty="0"/>
              <a:t>]/pos) % 10]-1] = M[</a:t>
            </a:r>
            <a:r>
              <a:rPr lang="en-US" sz="1600" dirty="0" err="1"/>
              <a:t>i</a:t>
            </a:r>
            <a:r>
              <a:rPr lang="en-US" sz="1600" dirty="0"/>
              <a:t>]     </a:t>
            </a:r>
          </a:p>
          <a:p>
            <a:r>
              <a:rPr lang="en-US" sz="1600" dirty="0"/>
              <a:t>     count[(M[</a:t>
            </a:r>
            <a:r>
              <a:rPr lang="en-US" sz="1600" dirty="0" err="1"/>
              <a:t>i</a:t>
            </a:r>
            <a:r>
              <a:rPr lang="en-US" sz="1600" dirty="0"/>
              <a:t>]/pos) % 10] = count[(M[</a:t>
            </a:r>
            <a:r>
              <a:rPr lang="en-US" sz="1600" dirty="0" err="1"/>
              <a:t>i</a:t>
            </a:r>
            <a:r>
              <a:rPr lang="en-US" sz="1600" dirty="0"/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D1B8F-35B3-7F69-7FD5-584F5DB453CB}"/>
              </a:ext>
            </a:extLst>
          </p:cNvPr>
          <p:cNvSpPr txBox="1"/>
          <p:nvPr/>
        </p:nvSpPr>
        <p:spPr>
          <a:xfrm>
            <a:off x="6880719" y="511988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BCED9-1534-06ED-D35B-04C4FD6B6F88}"/>
              </a:ext>
            </a:extLst>
          </p:cNvPr>
          <p:cNvSpPr txBox="1"/>
          <p:nvPr/>
        </p:nvSpPr>
        <p:spPr>
          <a:xfrm>
            <a:off x="7768247" y="4909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B3823-E2F5-F9D2-A6BB-CBBFE166399D}"/>
              </a:ext>
            </a:extLst>
          </p:cNvPr>
          <p:cNvSpPr txBox="1"/>
          <p:nvPr/>
        </p:nvSpPr>
        <p:spPr>
          <a:xfrm>
            <a:off x="8716023" y="46997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C23FC-7CC7-FB0E-36CC-591CE58A77C7}"/>
              </a:ext>
            </a:extLst>
          </p:cNvPr>
          <p:cNvSpPr txBox="1"/>
          <p:nvPr/>
        </p:nvSpPr>
        <p:spPr>
          <a:xfrm>
            <a:off x="9745870" y="46559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41A5-0B88-30B0-AF8E-3A200D2D042C}"/>
              </a:ext>
            </a:extLst>
          </p:cNvPr>
          <p:cNvSpPr txBox="1"/>
          <p:nvPr/>
        </p:nvSpPr>
        <p:spPr>
          <a:xfrm>
            <a:off x="10660701" y="46122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451B-E2B2-0060-8335-EE15331E936E}"/>
              </a:ext>
            </a:extLst>
          </p:cNvPr>
          <p:cNvSpPr/>
          <p:nvPr/>
        </p:nvSpPr>
        <p:spPr>
          <a:xfrm>
            <a:off x="7948423" y="86978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A8465E-7792-D9B2-0E0E-F159E4F88802}"/>
              </a:ext>
            </a:extLst>
          </p:cNvPr>
          <p:cNvSpPr/>
          <p:nvPr/>
        </p:nvSpPr>
        <p:spPr>
          <a:xfrm>
            <a:off x="8913852" y="8675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2485B-C521-A77E-BC7F-4FB2329442E2}"/>
              </a:ext>
            </a:extLst>
          </p:cNvPr>
          <p:cNvSpPr/>
          <p:nvPr/>
        </p:nvSpPr>
        <p:spPr>
          <a:xfrm>
            <a:off x="9832769" y="868675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7B226-D8C9-CE4E-A103-E7B1359F205A}"/>
              </a:ext>
            </a:extLst>
          </p:cNvPr>
          <p:cNvSpPr/>
          <p:nvPr/>
        </p:nvSpPr>
        <p:spPr>
          <a:xfrm>
            <a:off x="10781450" y="86142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2D8DC-EB6F-DA64-D945-68C71B2657A2}"/>
              </a:ext>
            </a:extLst>
          </p:cNvPr>
          <p:cNvSpPr/>
          <p:nvPr/>
        </p:nvSpPr>
        <p:spPr>
          <a:xfrm>
            <a:off x="7027460" y="8770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7581-1B43-7BEF-F831-80E47AFBE969}"/>
              </a:ext>
            </a:extLst>
          </p:cNvPr>
          <p:cNvSpPr txBox="1"/>
          <p:nvPr/>
        </p:nvSpPr>
        <p:spPr>
          <a:xfrm>
            <a:off x="5856642" y="967184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9160E-730A-A312-A9F3-F3FE6FA37CC3}"/>
              </a:ext>
            </a:extLst>
          </p:cNvPr>
          <p:cNvSpPr/>
          <p:nvPr/>
        </p:nvSpPr>
        <p:spPr>
          <a:xfrm>
            <a:off x="9957033" y="18088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0E536-F14B-8D14-5EC3-E9BEFD967E7E}"/>
              </a:ext>
            </a:extLst>
          </p:cNvPr>
          <p:cNvSpPr txBox="1"/>
          <p:nvPr/>
        </p:nvSpPr>
        <p:spPr>
          <a:xfrm>
            <a:off x="9745870" y="2447523"/>
            <a:ext cx="145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Element</a:t>
            </a:r>
          </a:p>
        </p:txBody>
      </p:sp>
    </p:spTree>
    <p:extLst>
      <p:ext uri="{BB962C8B-B14F-4D97-AF65-F5344CB8AC3E}">
        <p14:creationId xmlns:p14="http://schemas.microsoft.com/office/powerpoint/2010/main" val="277286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>
                <a:highlight>
                  <a:srgbClr val="FFFF00"/>
                </a:highlight>
              </a:rPr>
              <a:t>countSort</a:t>
            </a:r>
            <a:r>
              <a:rPr lang="en-US" sz="1600" dirty="0">
                <a:highlight>
                  <a:srgbClr val="FFFF00"/>
                </a:highlight>
              </a:rPr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3. 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= </a:t>
            </a:r>
            <a:r>
              <a:rPr lang="en-US" sz="1600" dirty="0" err="1"/>
              <a:t>M.length</a:t>
            </a:r>
            <a:r>
              <a:rPr lang="en-US" sz="1600" dirty="0"/>
              <a:t> </a:t>
            </a:r>
            <a:r>
              <a:rPr lang="en-US" sz="1600" dirty="0" err="1"/>
              <a:t>downto</a:t>
            </a:r>
            <a:r>
              <a:rPr lang="en-US" sz="1600" dirty="0"/>
              <a:t> 1</a:t>
            </a:r>
          </a:p>
          <a:p>
            <a:r>
              <a:rPr lang="en-US" sz="1600" dirty="0"/>
              <a:t>     output[count[(M[</a:t>
            </a:r>
            <a:r>
              <a:rPr lang="en-US" sz="1600" dirty="0" err="1"/>
              <a:t>i</a:t>
            </a:r>
            <a:r>
              <a:rPr lang="en-US" sz="1600" dirty="0"/>
              <a:t>]/pos) % 10]-1] = M[</a:t>
            </a:r>
            <a:r>
              <a:rPr lang="en-US" sz="1600" dirty="0" err="1"/>
              <a:t>i</a:t>
            </a:r>
            <a:r>
              <a:rPr lang="en-US" sz="1600" dirty="0"/>
              <a:t>]     </a:t>
            </a:r>
          </a:p>
          <a:p>
            <a:r>
              <a:rPr lang="en-US" sz="1600" dirty="0"/>
              <a:t>     count[(M[</a:t>
            </a:r>
            <a:r>
              <a:rPr lang="en-US" sz="1600" dirty="0" err="1"/>
              <a:t>i</a:t>
            </a:r>
            <a:r>
              <a:rPr lang="en-US" sz="1600" dirty="0"/>
              <a:t>]/pos) % 10] = count[(M[</a:t>
            </a:r>
            <a:r>
              <a:rPr lang="en-US" sz="1600" dirty="0" err="1"/>
              <a:t>i</a:t>
            </a:r>
            <a:r>
              <a:rPr lang="en-US" sz="1600" dirty="0"/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D1B8F-35B3-7F69-7FD5-584F5DB453CB}"/>
              </a:ext>
            </a:extLst>
          </p:cNvPr>
          <p:cNvSpPr txBox="1"/>
          <p:nvPr/>
        </p:nvSpPr>
        <p:spPr>
          <a:xfrm>
            <a:off x="6880719" y="511988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BCED9-1534-06ED-D35B-04C4FD6B6F88}"/>
              </a:ext>
            </a:extLst>
          </p:cNvPr>
          <p:cNvSpPr txBox="1"/>
          <p:nvPr/>
        </p:nvSpPr>
        <p:spPr>
          <a:xfrm>
            <a:off x="7768247" y="4909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B3823-E2F5-F9D2-A6BB-CBBFE166399D}"/>
              </a:ext>
            </a:extLst>
          </p:cNvPr>
          <p:cNvSpPr txBox="1"/>
          <p:nvPr/>
        </p:nvSpPr>
        <p:spPr>
          <a:xfrm>
            <a:off x="8716023" y="46997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C23FC-7CC7-FB0E-36CC-591CE58A77C7}"/>
              </a:ext>
            </a:extLst>
          </p:cNvPr>
          <p:cNvSpPr txBox="1"/>
          <p:nvPr/>
        </p:nvSpPr>
        <p:spPr>
          <a:xfrm>
            <a:off x="9745870" y="46559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41A5-0B88-30B0-AF8E-3A200D2D042C}"/>
              </a:ext>
            </a:extLst>
          </p:cNvPr>
          <p:cNvSpPr txBox="1"/>
          <p:nvPr/>
        </p:nvSpPr>
        <p:spPr>
          <a:xfrm>
            <a:off x="10660701" y="46122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451B-E2B2-0060-8335-EE15331E936E}"/>
              </a:ext>
            </a:extLst>
          </p:cNvPr>
          <p:cNvSpPr/>
          <p:nvPr/>
        </p:nvSpPr>
        <p:spPr>
          <a:xfrm>
            <a:off x="7948423" y="86978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A8465E-7792-D9B2-0E0E-F159E4F88802}"/>
              </a:ext>
            </a:extLst>
          </p:cNvPr>
          <p:cNvSpPr/>
          <p:nvPr/>
        </p:nvSpPr>
        <p:spPr>
          <a:xfrm>
            <a:off x="8913852" y="8675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2485B-C521-A77E-BC7F-4FB2329442E2}"/>
              </a:ext>
            </a:extLst>
          </p:cNvPr>
          <p:cNvSpPr/>
          <p:nvPr/>
        </p:nvSpPr>
        <p:spPr>
          <a:xfrm>
            <a:off x="9832769" y="868675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7B226-D8C9-CE4E-A103-E7B1359F205A}"/>
              </a:ext>
            </a:extLst>
          </p:cNvPr>
          <p:cNvSpPr/>
          <p:nvPr/>
        </p:nvSpPr>
        <p:spPr>
          <a:xfrm>
            <a:off x="10781450" y="86142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2D8DC-EB6F-DA64-D945-68C71B2657A2}"/>
              </a:ext>
            </a:extLst>
          </p:cNvPr>
          <p:cNvSpPr/>
          <p:nvPr/>
        </p:nvSpPr>
        <p:spPr>
          <a:xfrm>
            <a:off x="7027460" y="8770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7581-1B43-7BEF-F831-80E47AFBE969}"/>
              </a:ext>
            </a:extLst>
          </p:cNvPr>
          <p:cNvSpPr txBox="1"/>
          <p:nvPr/>
        </p:nvSpPr>
        <p:spPr>
          <a:xfrm>
            <a:off x="5856642" y="967184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9160E-730A-A312-A9F3-F3FE6FA37CC3}"/>
              </a:ext>
            </a:extLst>
          </p:cNvPr>
          <p:cNvSpPr/>
          <p:nvPr/>
        </p:nvSpPr>
        <p:spPr>
          <a:xfrm>
            <a:off x="9957033" y="18088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0E536-F14B-8D14-5EC3-E9BEFD967E7E}"/>
              </a:ext>
            </a:extLst>
          </p:cNvPr>
          <p:cNvSpPr txBox="1"/>
          <p:nvPr/>
        </p:nvSpPr>
        <p:spPr>
          <a:xfrm>
            <a:off x="9745870" y="2447523"/>
            <a:ext cx="145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Element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1E908F-2AA9-AC5F-5CB8-D346E7950841}"/>
              </a:ext>
            </a:extLst>
          </p:cNvPr>
          <p:cNvSpPr txBox="1"/>
          <p:nvPr/>
        </p:nvSpPr>
        <p:spPr>
          <a:xfrm>
            <a:off x="7768247" y="3277772"/>
            <a:ext cx="37109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800" dirty="0"/>
          </a:p>
          <a:p>
            <a:r>
              <a:rPr lang="en-US" sz="1800" dirty="0"/>
              <a:t>     </a:t>
            </a:r>
          </a:p>
          <a:p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6F7BCF-C901-E411-5748-EB4CF3E7435F}"/>
              </a:ext>
            </a:extLst>
          </p:cNvPr>
          <p:cNvSpPr/>
          <p:nvPr/>
        </p:nvSpPr>
        <p:spPr>
          <a:xfrm>
            <a:off x="7606725" y="2918817"/>
            <a:ext cx="2865151" cy="175846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dirty="0"/>
              <a:t>For (pos=1 to max/pos&gt;0):</a:t>
            </a:r>
          </a:p>
          <a:p>
            <a:r>
              <a:rPr lang="en-US" dirty="0"/>
              <a:t>                         301/1  &gt;0</a:t>
            </a:r>
          </a:p>
          <a:p>
            <a:r>
              <a:rPr lang="en-US" sz="1800" dirty="0"/>
              <a:t>                           </a:t>
            </a:r>
            <a:r>
              <a:rPr lang="en-US" sz="1800" dirty="0">
                <a:highlight>
                  <a:srgbClr val="00FF00"/>
                </a:highlight>
              </a:rPr>
              <a:t>301  &gt; 0</a:t>
            </a:r>
          </a:p>
          <a:p>
            <a:r>
              <a:rPr lang="en-US" sz="1800" dirty="0"/>
              <a:t>        </a:t>
            </a:r>
            <a:r>
              <a:rPr lang="en-US" sz="1800" dirty="0" err="1"/>
              <a:t>countSort</a:t>
            </a:r>
            <a:r>
              <a:rPr lang="en-US" sz="1800" dirty="0"/>
              <a:t>(</a:t>
            </a:r>
            <a:r>
              <a:rPr lang="en-US" sz="1800" dirty="0" err="1"/>
              <a:t>a,n,pos</a:t>
            </a:r>
            <a:r>
              <a:rPr lang="en-US" sz="1800" dirty="0"/>
              <a:t>)</a:t>
            </a:r>
          </a:p>
          <a:p>
            <a:r>
              <a:rPr lang="en-US" dirty="0"/>
              <a:t>                          </a:t>
            </a:r>
            <a:r>
              <a:rPr lang="en-US" sz="1800" dirty="0"/>
              <a:t>(</a:t>
            </a:r>
            <a:r>
              <a:rPr lang="en-US" sz="1800" dirty="0" err="1"/>
              <a:t>a,n</a:t>
            </a:r>
            <a:r>
              <a:rPr lang="en-US" sz="1800" dirty="0"/>
              <a:t>,  1 )</a:t>
            </a:r>
          </a:p>
        </p:txBody>
      </p:sp>
    </p:spTree>
    <p:extLst>
      <p:ext uri="{BB962C8B-B14F-4D97-AF65-F5344CB8AC3E}">
        <p14:creationId xmlns:p14="http://schemas.microsoft.com/office/powerpoint/2010/main" val="3629332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3. 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= </a:t>
            </a:r>
            <a:r>
              <a:rPr lang="en-US" sz="1600" dirty="0" err="1"/>
              <a:t>M.length</a:t>
            </a:r>
            <a:r>
              <a:rPr lang="en-US" sz="1600" dirty="0"/>
              <a:t> </a:t>
            </a:r>
            <a:r>
              <a:rPr lang="en-US" sz="1600" dirty="0" err="1"/>
              <a:t>downto</a:t>
            </a:r>
            <a:r>
              <a:rPr lang="en-US" sz="1600" dirty="0"/>
              <a:t> 1</a:t>
            </a:r>
          </a:p>
          <a:p>
            <a:r>
              <a:rPr lang="en-US" sz="1600" dirty="0"/>
              <a:t>     output[count[(M[</a:t>
            </a:r>
            <a:r>
              <a:rPr lang="en-US" sz="1600" dirty="0" err="1"/>
              <a:t>i</a:t>
            </a:r>
            <a:r>
              <a:rPr lang="en-US" sz="1600" dirty="0"/>
              <a:t>]/pos) % 10]-1] = M[</a:t>
            </a:r>
            <a:r>
              <a:rPr lang="en-US" sz="1600" dirty="0" err="1"/>
              <a:t>i</a:t>
            </a:r>
            <a:r>
              <a:rPr lang="en-US" sz="1600" dirty="0"/>
              <a:t>]     </a:t>
            </a:r>
          </a:p>
          <a:p>
            <a:r>
              <a:rPr lang="en-US" sz="1600" dirty="0"/>
              <a:t>     count[(M[</a:t>
            </a:r>
            <a:r>
              <a:rPr lang="en-US" sz="1600" dirty="0" err="1"/>
              <a:t>i</a:t>
            </a:r>
            <a:r>
              <a:rPr lang="en-US" sz="1600" dirty="0"/>
              <a:t>]/pos) % 10] = count[(M[</a:t>
            </a:r>
            <a:r>
              <a:rPr lang="en-US" sz="1600" dirty="0" err="1"/>
              <a:t>i</a:t>
            </a:r>
            <a:r>
              <a:rPr lang="en-US" sz="1600" dirty="0"/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D1B8F-35B3-7F69-7FD5-584F5DB453CB}"/>
              </a:ext>
            </a:extLst>
          </p:cNvPr>
          <p:cNvSpPr txBox="1"/>
          <p:nvPr/>
        </p:nvSpPr>
        <p:spPr>
          <a:xfrm>
            <a:off x="6880719" y="511988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BCED9-1534-06ED-D35B-04C4FD6B6F88}"/>
              </a:ext>
            </a:extLst>
          </p:cNvPr>
          <p:cNvSpPr txBox="1"/>
          <p:nvPr/>
        </p:nvSpPr>
        <p:spPr>
          <a:xfrm>
            <a:off x="7768247" y="4909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B3823-E2F5-F9D2-A6BB-CBBFE166399D}"/>
              </a:ext>
            </a:extLst>
          </p:cNvPr>
          <p:cNvSpPr txBox="1"/>
          <p:nvPr/>
        </p:nvSpPr>
        <p:spPr>
          <a:xfrm>
            <a:off x="8716023" y="46997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C23FC-7CC7-FB0E-36CC-591CE58A77C7}"/>
              </a:ext>
            </a:extLst>
          </p:cNvPr>
          <p:cNvSpPr txBox="1"/>
          <p:nvPr/>
        </p:nvSpPr>
        <p:spPr>
          <a:xfrm>
            <a:off x="9745870" y="46559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41A5-0B88-30B0-AF8E-3A200D2D042C}"/>
              </a:ext>
            </a:extLst>
          </p:cNvPr>
          <p:cNvSpPr txBox="1"/>
          <p:nvPr/>
        </p:nvSpPr>
        <p:spPr>
          <a:xfrm>
            <a:off x="10660701" y="46122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451B-E2B2-0060-8335-EE15331E936E}"/>
              </a:ext>
            </a:extLst>
          </p:cNvPr>
          <p:cNvSpPr/>
          <p:nvPr/>
        </p:nvSpPr>
        <p:spPr>
          <a:xfrm>
            <a:off x="7948423" y="86978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A8465E-7792-D9B2-0E0E-F159E4F88802}"/>
              </a:ext>
            </a:extLst>
          </p:cNvPr>
          <p:cNvSpPr/>
          <p:nvPr/>
        </p:nvSpPr>
        <p:spPr>
          <a:xfrm>
            <a:off x="8913852" y="8675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2485B-C521-A77E-BC7F-4FB2329442E2}"/>
              </a:ext>
            </a:extLst>
          </p:cNvPr>
          <p:cNvSpPr/>
          <p:nvPr/>
        </p:nvSpPr>
        <p:spPr>
          <a:xfrm>
            <a:off x="9832769" y="868675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7B226-D8C9-CE4E-A103-E7B1359F205A}"/>
              </a:ext>
            </a:extLst>
          </p:cNvPr>
          <p:cNvSpPr/>
          <p:nvPr/>
        </p:nvSpPr>
        <p:spPr>
          <a:xfrm>
            <a:off x="10781450" y="86142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2D8DC-EB6F-DA64-D945-68C71B2657A2}"/>
              </a:ext>
            </a:extLst>
          </p:cNvPr>
          <p:cNvSpPr/>
          <p:nvPr/>
        </p:nvSpPr>
        <p:spPr>
          <a:xfrm>
            <a:off x="7027460" y="8770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7581-1B43-7BEF-F831-80E47AFBE969}"/>
              </a:ext>
            </a:extLst>
          </p:cNvPr>
          <p:cNvSpPr txBox="1"/>
          <p:nvPr/>
        </p:nvSpPr>
        <p:spPr>
          <a:xfrm>
            <a:off x="5856642" y="967184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9160E-730A-A312-A9F3-F3FE6FA37CC3}"/>
              </a:ext>
            </a:extLst>
          </p:cNvPr>
          <p:cNvSpPr/>
          <p:nvPr/>
        </p:nvSpPr>
        <p:spPr>
          <a:xfrm>
            <a:off x="9957033" y="18088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0E536-F14B-8D14-5EC3-E9BEFD967E7E}"/>
              </a:ext>
            </a:extLst>
          </p:cNvPr>
          <p:cNvSpPr txBox="1"/>
          <p:nvPr/>
        </p:nvSpPr>
        <p:spPr>
          <a:xfrm>
            <a:off x="9745870" y="2447523"/>
            <a:ext cx="145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Element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6F7BCF-C901-E411-5748-EB4CF3E7435F}"/>
              </a:ext>
            </a:extLst>
          </p:cNvPr>
          <p:cNvSpPr/>
          <p:nvPr/>
        </p:nvSpPr>
        <p:spPr>
          <a:xfrm>
            <a:off x="6049105" y="1640911"/>
            <a:ext cx="1913206" cy="10922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For (pos=1 to max/pos&gt;0):</a:t>
            </a:r>
          </a:p>
          <a:p>
            <a:r>
              <a:rPr lang="en-US" sz="1100" dirty="0"/>
              <a:t>                         301/1  &gt;0</a:t>
            </a:r>
          </a:p>
          <a:p>
            <a:r>
              <a:rPr lang="en-US" sz="1100" dirty="0"/>
              <a:t>                           </a:t>
            </a:r>
            <a:r>
              <a:rPr lang="en-US" sz="1100" dirty="0">
                <a:highlight>
                  <a:srgbClr val="00FF00"/>
                </a:highlight>
              </a:rPr>
              <a:t>301  &gt; 0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countSort</a:t>
            </a:r>
            <a:r>
              <a:rPr lang="en-US" sz="1100" dirty="0"/>
              <a:t>(</a:t>
            </a:r>
            <a:r>
              <a:rPr lang="en-US" sz="1100" dirty="0" err="1"/>
              <a:t>a,n,pos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                  (</a:t>
            </a:r>
            <a:r>
              <a:rPr lang="en-US" sz="1100" dirty="0" err="1"/>
              <a:t>a,n</a:t>
            </a:r>
            <a:r>
              <a:rPr lang="en-US" sz="1100" dirty="0"/>
              <a:t>,  1 )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CAEF2-D1E5-5AAA-5AB8-B8B011B0A972}"/>
              </a:ext>
            </a:extLst>
          </p:cNvPr>
          <p:cNvSpPr txBox="1"/>
          <p:nvPr/>
        </p:nvSpPr>
        <p:spPr>
          <a:xfrm>
            <a:off x="6442175" y="3478509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4EFFE-9E68-75E6-5606-75C33A55E5C9}"/>
              </a:ext>
            </a:extLst>
          </p:cNvPr>
          <p:cNvSpPr txBox="1"/>
          <p:nvPr/>
        </p:nvSpPr>
        <p:spPr>
          <a:xfrm>
            <a:off x="6954492" y="3478508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A4F38-9794-F356-BA75-5E334F33133A}"/>
              </a:ext>
            </a:extLst>
          </p:cNvPr>
          <p:cNvSpPr txBox="1"/>
          <p:nvPr/>
        </p:nvSpPr>
        <p:spPr>
          <a:xfrm>
            <a:off x="7420221" y="3478508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9D09BD-4DD0-7334-B9A7-E1513CD2D86E}"/>
              </a:ext>
            </a:extLst>
          </p:cNvPr>
          <p:cNvSpPr txBox="1"/>
          <p:nvPr/>
        </p:nvSpPr>
        <p:spPr>
          <a:xfrm>
            <a:off x="7874581" y="3478508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3CB57-8255-5495-C9A7-CBCC4C6074C9}"/>
              </a:ext>
            </a:extLst>
          </p:cNvPr>
          <p:cNvSpPr txBox="1"/>
          <p:nvPr/>
        </p:nvSpPr>
        <p:spPr>
          <a:xfrm>
            <a:off x="8353159" y="347343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E21BE-7E02-9572-B03A-32E56BB8FC38}"/>
              </a:ext>
            </a:extLst>
          </p:cNvPr>
          <p:cNvSpPr txBox="1"/>
          <p:nvPr/>
        </p:nvSpPr>
        <p:spPr>
          <a:xfrm>
            <a:off x="8808721" y="345478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AA814-FBF4-B15F-E116-CB03FBB62876}"/>
              </a:ext>
            </a:extLst>
          </p:cNvPr>
          <p:cNvSpPr txBox="1"/>
          <p:nvPr/>
        </p:nvSpPr>
        <p:spPr>
          <a:xfrm>
            <a:off x="9277797" y="345478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6C25CD-A01B-53FB-B10B-ACA8B9D3FFDC}"/>
              </a:ext>
            </a:extLst>
          </p:cNvPr>
          <p:cNvSpPr/>
          <p:nvPr/>
        </p:nvSpPr>
        <p:spPr>
          <a:xfrm>
            <a:off x="6880363" y="412991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A558E-D31F-27E5-5571-3A3ADDFF599C}"/>
              </a:ext>
            </a:extLst>
          </p:cNvPr>
          <p:cNvSpPr/>
          <p:nvPr/>
        </p:nvSpPr>
        <p:spPr>
          <a:xfrm>
            <a:off x="7346092" y="412991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217C55-FD6C-CC71-8D30-D9098CED7793}"/>
              </a:ext>
            </a:extLst>
          </p:cNvPr>
          <p:cNvSpPr/>
          <p:nvPr/>
        </p:nvSpPr>
        <p:spPr>
          <a:xfrm>
            <a:off x="7814239" y="412991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A51CD0-8526-127B-41BF-867979940251}"/>
              </a:ext>
            </a:extLst>
          </p:cNvPr>
          <p:cNvSpPr/>
          <p:nvPr/>
        </p:nvSpPr>
        <p:spPr>
          <a:xfrm>
            <a:off x="8317521" y="412991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9665F2-135B-7916-F4FF-DA3EA61C94E8}"/>
              </a:ext>
            </a:extLst>
          </p:cNvPr>
          <p:cNvSpPr/>
          <p:nvPr/>
        </p:nvSpPr>
        <p:spPr>
          <a:xfrm>
            <a:off x="8760372" y="412991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E5F444-36E7-D1CD-2A29-ADEBBF44BE88}"/>
              </a:ext>
            </a:extLst>
          </p:cNvPr>
          <p:cNvSpPr/>
          <p:nvPr/>
        </p:nvSpPr>
        <p:spPr>
          <a:xfrm>
            <a:off x="9208193" y="412484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7D6CF3-F3A4-8F79-B904-756C131EBDCA}"/>
              </a:ext>
            </a:extLst>
          </p:cNvPr>
          <p:cNvSpPr/>
          <p:nvPr/>
        </p:nvSpPr>
        <p:spPr>
          <a:xfrm>
            <a:off x="9651044" y="412484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B06C81-9AD5-DFC1-6C4E-95414C11320C}"/>
              </a:ext>
            </a:extLst>
          </p:cNvPr>
          <p:cNvSpPr txBox="1"/>
          <p:nvPr/>
        </p:nvSpPr>
        <p:spPr>
          <a:xfrm>
            <a:off x="9686771" y="3466645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B83B37-0BB2-C296-1BBD-A4738FF7F001}"/>
              </a:ext>
            </a:extLst>
          </p:cNvPr>
          <p:cNvSpPr/>
          <p:nvPr/>
        </p:nvSpPr>
        <p:spPr>
          <a:xfrm>
            <a:off x="10097528" y="412484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A4009-0EF0-FBBB-65C0-D6A6BE067ECF}"/>
              </a:ext>
            </a:extLst>
          </p:cNvPr>
          <p:cNvSpPr txBox="1"/>
          <p:nvPr/>
        </p:nvSpPr>
        <p:spPr>
          <a:xfrm>
            <a:off x="10142333" y="3429000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7935B7-7501-6047-A6D9-A5F2A8B42F46}"/>
              </a:ext>
            </a:extLst>
          </p:cNvPr>
          <p:cNvSpPr/>
          <p:nvPr/>
        </p:nvSpPr>
        <p:spPr>
          <a:xfrm>
            <a:off x="6432542" y="412991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F102B8-447A-6DD9-C4EC-1780988A73E5}"/>
              </a:ext>
            </a:extLst>
          </p:cNvPr>
          <p:cNvSpPr/>
          <p:nvPr/>
        </p:nvSpPr>
        <p:spPr>
          <a:xfrm>
            <a:off x="10545348" y="4122494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3EEFC4-05FF-A34C-BB78-A76F406B2CC3}"/>
              </a:ext>
            </a:extLst>
          </p:cNvPr>
          <p:cNvSpPr txBox="1"/>
          <p:nvPr/>
        </p:nvSpPr>
        <p:spPr>
          <a:xfrm>
            <a:off x="10647387" y="342665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803BAF-0DD5-AA08-5306-9869F00134B5}"/>
              </a:ext>
            </a:extLst>
          </p:cNvPr>
          <p:cNvSpPr txBox="1"/>
          <p:nvPr/>
        </p:nvSpPr>
        <p:spPr>
          <a:xfrm>
            <a:off x="7837843" y="4608373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03236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</a:t>
            </a:r>
            <a:r>
              <a:rPr lang="en-US" sz="1600" dirty="0">
                <a:highlight>
                  <a:srgbClr val="FFFF00"/>
                </a:highlight>
              </a:rPr>
              <a:t>// find the specific position digit and  Count occurrences of each digit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1.</a:t>
            </a:r>
            <a:r>
              <a:rPr lang="en-US" sz="1600" dirty="0">
                <a:highlight>
                  <a:srgbClr val="FFFF00"/>
                </a:highlight>
              </a:rPr>
              <a:t> 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 = 0 to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: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3. 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= </a:t>
            </a:r>
            <a:r>
              <a:rPr lang="en-US" sz="1600" dirty="0" err="1"/>
              <a:t>M.length</a:t>
            </a:r>
            <a:r>
              <a:rPr lang="en-US" sz="1600" dirty="0"/>
              <a:t> </a:t>
            </a:r>
            <a:r>
              <a:rPr lang="en-US" sz="1600" dirty="0" err="1"/>
              <a:t>downto</a:t>
            </a:r>
            <a:r>
              <a:rPr lang="en-US" sz="1600" dirty="0"/>
              <a:t> 1</a:t>
            </a:r>
          </a:p>
          <a:p>
            <a:r>
              <a:rPr lang="en-US" sz="1600" dirty="0"/>
              <a:t>     output[count[(M[</a:t>
            </a:r>
            <a:r>
              <a:rPr lang="en-US" sz="1600" dirty="0" err="1"/>
              <a:t>i</a:t>
            </a:r>
            <a:r>
              <a:rPr lang="en-US" sz="1600" dirty="0"/>
              <a:t>]/pos) % 10]-1] = M[</a:t>
            </a:r>
            <a:r>
              <a:rPr lang="en-US" sz="1600" dirty="0" err="1"/>
              <a:t>i</a:t>
            </a:r>
            <a:r>
              <a:rPr lang="en-US" sz="1600" dirty="0"/>
              <a:t>]     </a:t>
            </a:r>
          </a:p>
          <a:p>
            <a:r>
              <a:rPr lang="en-US" sz="1600" dirty="0"/>
              <a:t>     count[(M[</a:t>
            </a:r>
            <a:r>
              <a:rPr lang="en-US" sz="1600" dirty="0" err="1"/>
              <a:t>i</a:t>
            </a:r>
            <a:r>
              <a:rPr lang="en-US" sz="1600" dirty="0"/>
              <a:t>]/pos) % 10] = count[(M[</a:t>
            </a:r>
            <a:r>
              <a:rPr lang="en-US" sz="1600" dirty="0" err="1"/>
              <a:t>i</a:t>
            </a:r>
            <a:r>
              <a:rPr lang="en-US" sz="1600" dirty="0"/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D1B8F-35B3-7F69-7FD5-584F5DB453CB}"/>
              </a:ext>
            </a:extLst>
          </p:cNvPr>
          <p:cNvSpPr txBox="1"/>
          <p:nvPr/>
        </p:nvSpPr>
        <p:spPr>
          <a:xfrm>
            <a:off x="6880719" y="511988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BCED9-1534-06ED-D35B-04C4FD6B6F88}"/>
              </a:ext>
            </a:extLst>
          </p:cNvPr>
          <p:cNvSpPr txBox="1"/>
          <p:nvPr/>
        </p:nvSpPr>
        <p:spPr>
          <a:xfrm>
            <a:off x="7768247" y="4909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B3823-E2F5-F9D2-A6BB-CBBFE166399D}"/>
              </a:ext>
            </a:extLst>
          </p:cNvPr>
          <p:cNvSpPr txBox="1"/>
          <p:nvPr/>
        </p:nvSpPr>
        <p:spPr>
          <a:xfrm>
            <a:off x="8716023" y="46997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C23FC-7CC7-FB0E-36CC-591CE58A77C7}"/>
              </a:ext>
            </a:extLst>
          </p:cNvPr>
          <p:cNvSpPr txBox="1"/>
          <p:nvPr/>
        </p:nvSpPr>
        <p:spPr>
          <a:xfrm>
            <a:off x="9745870" y="46559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41A5-0B88-30B0-AF8E-3A200D2D042C}"/>
              </a:ext>
            </a:extLst>
          </p:cNvPr>
          <p:cNvSpPr txBox="1"/>
          <p:nvPr/>
        </p:nvSpPr>
        <p:spPr>
          <a:xfrm>
            <a:off x="10660701" y="46122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451B-E2B2-0060-8335-EE15331E936E}"/>
              </a:ext>
            </a:extLst>
          </p:cNvPr>
          <p:cNvSpPr/>
          <p:nvPr/>
        </p:nvSpPr>
        <p:spPr>
          <a:xfrm>
            <a:off x="7948423" y="86978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A8465E-7792-D9B2-0E0E-F159E4F88802}"/>
              </a:ext>
            </a:extLst>
          </p:cNvPr>
          <p:cNvSpPr/>
          <p:nvPr/>
        </p:nvSpPr>
        <p:spPr>
          <a:xfrm>
            <a:off x="8913852" y="8675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2485B-C521-A77E-BC7F-4FB2329442E2}"/>
              </a:ext>
            </a:extLst>
          </p:cNvPr>
          <p:cNvSpPr/>
          <p:nvPr/>
        </p:nvSpPr>
        <p:spPr>
          <a:xfrm>
            <a:off x="9832769" y="868675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7B226-D8C9-CE4E-A103-E7B1359F205A}"/>
              </a:ext>
            </a:extLst>
          </p:cNvPr>
          <p:cNvSpPr/>
          <p:nvPr/>
        </p:nvSpPr>
        <p:spPr>
          <a:xfrm>
            <a:off x="10781450" y="86142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2D8DC-EB6F-DA64-D945-68C71B2657A2}"/>
              </a:ext>
            </a:extLst>
          </p:cNvPr>
          <p:cNvSpPr/>
          <p:nvPr/>
        </p:nvSpPr>
        <p:spPr>
          <a:xfrm>
            <a:off x="7027460" y="8770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7581-1B43-7BEF-F831-80E47AFBE969}"/>
              </a:ext>
            </a:extLst>
          </p:cNvPr>
          <p:cNvSpPr txBox="1"/>
          <p:nvPr/>
        </p:nvSpPr>
        <p:spPr>
          <a:xfrm>
            <a:off x="5856642" y="967184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9160E-730A-A312-A9F3-F3FE6FA37CC3}"/>
              </a:ext>
            </a:extLst>
          </p:cNvPr>
          <p:cNvSpPr/>
          <p:nvPr/>
        </p:nvSpPr>
        <p:spPr>
          <a:xfrm>
            <a:off x="9957033" y="18088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0E536-F14B-8D14-5EC3-E9BEFD967E7E}"/>
              </a:ext>
            </a:extLst>
          </p:cNvPr>
          <p:cNvSpPr txBox="1"/>
          <p:nvPr/>
        </p:nvSpPr>
        <p:spPr>
          <a:xfrm>
            <a:off x="9745870" y="2447523"/>
            <a:ext cx="145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Element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6F7BCF-C901-E411-5748-EB4CF3E7435F}"/>
              </a:ext>
            </a:extLst>
          </p:cNvPr>
          <p:cNvSpPr/>
          <p:nvPr/>
        </p:nvSpPr>
        <p:spPr>
          <a:xfrm>
            <a:off x="6049105" y="1640911"/>
            <a:ext cx="1913206" cy="10922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For (pos=1 to max/pos&gt;0):</a:t>
            </a:r>
          </a:p>
          <a:p>
            <a:r>
              <a:rPr lang="en-US" sz="1100" dirty="0"/>
              <a:t>                         301/1  &gt;0</a:t>
            </a:r>
          </a:p>
          <a:p>
            <a:r>
              <a:rPr lang="en-US" sz="1100" dirty="0"/>
              <a:t>                           </a:t>
            </a:r>
            <a:r>
              <a:rPr lang="en-US" sz="1100" dirty="0">
                <a:highlight>
                  <a:srgbClr val="00FF00"/>
                </a:highlight>
              </a:rPr>
              <a:t>301  &gt; 0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countSort</a:t>
            </a:r>
            <a:r>
              <a:rPr lang="en-US" sz="1100" dirty="0"/>
              <a:t>(</a:t>
            </a:r>
            <a:r>
              <a:rPr lang="en-US" sz="1100" dirty="0" err="1"/>
              <a:t>a,n,pos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                  (</a:t>
            </a:r>
            <a:r>
              <a:rPr lang="en-US" sz="1100" dirty="0" err="1"/>
              <a:t>a,n</a:t>
            </a:r>
            <a:r>
              <a:rPr lang="en-US" sz="1100" dirty="0"/>
              <a:t>,  1 )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CAEF2-D1E5-5AAA-5AB8-B8B011B0A972}"/>
              </a:ext>
            </a:extLst>
          </p:cNvPr>
          <p:cNvSpPr txBox="1"/>
          <p:nvPr/>
        </p:nvSpPr>
        <p:spPr>
          <a:xfrm>
            <a:off x="6948612" y="4969687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4EFFE-9E68-75E6-5606-75C33A55E5C9}"/>
              </a:ext>
            </a:extLst>
          </p:cNvPr>
          <p:cNvSpPr txBox="1"/>
          <p:nvPr/>
        </p:nvSpPr>
        <p:spPr>
          <a:xfrm>
            <a:off x="7460929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A4F38-9794-F356-BA75-5E334F33133A}"/>
              </a:ext>
            </a:extLst>
          </p:cNvPr>
          <p:cNvSpPr txBox="1"/>
          <p:nvPr/>
        </p:nvSpPr>
        <p:spPr>
          <a:xfrm>
            <a:off x="7926658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9D09BD-4DD0-7334-B9A7-E1513CD2D86E}"/>
              </a:ext>
            </a:extLst>
          </p:cNvPr>
          <p:cNvSpPr txBox="1"/>
          <p:nvPr/>
        </p:nvSpPr>
        <p:spPr>
          <a:xfrm>
            <a:off x="8381018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3CB57-8255-5495-C9A7-CBCC4C6074C9}"/>
              </a:ext>
            </a:extLst>
          </p:cNvPr>
          <p:cNvSpPr txBox="1"/>
          <p:nvPr/>
        </p:nvSpPr>
        <p:spPr>
          <a:xfrm>
            <a:off x="8859596" y="496461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E21BE-7E02-9572-B03A-32E56BB8FC38}"/>
              </a:ext>
            </a:extLst>
          </p:cNvPr>
          <p:cNvSpPr txBox="1"/>
          <p:nvPr/>
        </p:nvSpPr>
        <p:spPr>
          <a:xfrm>
            <a:off x="9315158" y="4945960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AA814-FBF4-B15F-E116-CB03FBB62876}"/>
              </a:ext>
            </a:extLst>
          </p:cNvPr>
          <p:cNvSpPr txBox="1"/>
          <p:nvPr/>
        </p:nvSpPr>
        <p:spPr>
          <a:xfrm>
            <a:off x="9784234" y="494595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6C25CD-A01B-53FB-B10B-ACA8B9D3FFDC}"/>
              </a:ext>
            </a:extLst>
          </p:cNvPr>
          <p:cNvSpPr/>
          <p:nvPr/>
        </p:nvSpPr>
        <p:spPr>
          <a:xfrm>
            <a:off x="7386800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A558E-D31F-27E5-5571-3A3ADDFF599C}"/>
              </a:ext>
            </a:extLst>
          </p:cNvPr>
          <p:cNvSpPr/>
          <p:nvPr/>
        </p:nvSpPr>
        <p:spPr>
          <a:xfrm>
            <a:off x="785252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217C55-FD6C-CC71-8D30-D9098CED7793}"/>
              </a:ext>
            </a:extLst>
          </p:cNvPr>
          <p:cNvSpPr/>
          <p:nvPr/>
        </p:nvSpPr>
        <p:spPr>
          <a:xfrm>
            <a:off x="8320676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A51CD0-8526-127B-41BF-867979940251}"/>
              </a:ext>
            </a:extLst>
          </p:cNvPr>
          <p:cNvSpPr/>
          <p:nvPr/>
        </p:nvSpPr>
        <p:spPr>
          <a:xfrm>
            <a:off x="8823958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9665F2-135B-7916-F4FF-DA3EA61C94E8}"/>
              </a:ext>
            </a:extLst>
          </p:cNvPr>
          <p:cNvSpPr/>
          <p:nvPr/>
        </p:nvSpPr>
        <p:spPr>
          <a:xfrm>
            <a:off x="926680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E5F444-36E7-D1CD-2A29-ADEBBF44BE88}"/>
              </a:ext>
            </a:extLst>
          </p:cNvPr>
          <p:cNvSpPr/>
          <p:nvPr/>
        </p:nvSpPr>
        <p:spPr>
          <a:xfrm>
            <a:off x="9714630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7D6CF3-F3A4-8F79-B904-756C131EBDCA}"/>
              </a:ext>
            </a:extLst>
          </p:cNvPr>
          <p:cNvSpPr/>
          <p:nvPr/>
        </p:nvSpPr>
        <p:spPr>
          <a:xfrm>
            <a:off x="10157481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B06C81-9AD5-DFC1-6C4E-95414C11320C}"/>
              </a:ext>
            </a:extLst>
          </p:cNvPr>
          <p:cNvSpPr txBox="1"/>
          <p:nvPr/>
        </p:nvSpPr>
        <p:spPr>
          <a:xfrm>
            <a:off x="10193208" y="495782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B83B37-0BB2-C296-1BBD-A4738FF7F001}"/>
              </a:ext>
            </a:extLst>
          </p:cNvPr>
          <p:cNvSpPr/>
          <p:nvPr/>
        </p:nvSpPr>
        <p:spPr>
          <a:xfrm>
            <a:off x="10603965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A4009-0EF0-FBBB-65C0-D6A6BE067ECF}"/>
              </a:ext>
            </a:extLst>
          </p:cNvPr>
          <p:cNvSpPr txBox="1"/>
          <p:nvPr/>
        </p:nvSpPr>
        <p:spPr>
          <a:xfrm>
            <a:off x="10648770" y="4920178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7935B7-7501-6047-A6D9-A5F2A8B42F46}"/>
              </a:ext>
            </a:extLst>
          </p:cNvPr>
          <p:cNvSpPr/>
          <p:nvPr/>
        </p:nvSpPr>
        <p:spPr>
          <a:xfrm>
            <a:off x="693897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F102B8-447A-6DD9-C4EC-1780988A73E5}"/>
              </a:ext>
            </a:extLst>
          </p:cNvPr>
          <p:cNvSpPr/>
          <p:nvPr/>
        </p:nvSpPr>
        <p:spPr>
          <a:xfrm>
            <a:off x="11051785" y="561367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3EEFC4-05FF-A34C-BB78-A76F406B2CC3}"/>
              </a:ext>
            </a:extLst>
          </p:cNvPr>
          <p:cNvSpPr txBox="1"/>
          <p:nvPr/>
        </p:nvSpPr>
        <p:spPr>
          <a:xfrm>
            <a:off x="11153824" y="491783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803BAF-0DD5-AA08-5306-9869F00134B5}"/>
              </a:ext>
            </a:extLst>
          </p:cNvPr>
          <p:cNvSpPr txBox="1"/>
          <p:nvPr/>
        </p:nvSpPr>
        <p:spPr>
          <a:xfrm>
            <a:off x="8344280" y="6099551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946FF9-65A9-4069-CE04-F7EF9E0FE5F7}"/>
              </a:ext>
            </a:extLst>
          </p:cNvPr>
          <p:cNvSpPr/>
          <p:nvPr/>
        </p:nvSpPr>
        <p:spPr>
          <a:xfrm>
            <a:off x="7714066" y="2787883"/>
            <a:ext cx="2824859" cy="18696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C</a:t>
            </a:r>
            <a:r>
              <a:rPr lang="en-US" sz="1800" dirty="0"/>
              <a:t>ount[(M[</a:t>
            </a:r>
            <a:r>
              <a:rPr lang="en-US" sz="1800" dirty="0" err="1"/>
              <a:t>i</a:t>
            </a:r>
            <a:r>
              <a:rPr lang="en-US" sz="1800" dirty="0"/>
              <a:t>]/pos) % 10]++</a:t>
            </a:r>
          </a:p>
          <a:p>
            <a:pPr algn="ctr"/>
            <a:r>
              <a:rPr lang="en-US" sz="1800" dirty="0"/>
              <a:t>Count[(M[0]/pos)%10]++</a:t>
            </a:r>
          </a:p>
          <a:p>
            <a:pPr algn="ctr"/>
            <a:r>
              <a:rPr lang="en-US" dirty="0"/>
              <a:t>Count[(66/1)%10]++</a:t>
            </a:r>
          </a:p>
          <a:p>
            <a:pPr algn="ctr"/>
            <a:r>
              <a:rPr lang="en-US" dirty="0"/>
              <a:t>Count[66%10]++</a:t>
            </a:r>
          </a:p>
          <a:p>
            <a:pPr algn="ctr"/>
            <a:r>
              <a:rPr lang="en-US" dirty="0"/>
              <a:t>Count[6]++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336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</a:t>
            </a:r>
            <a:r>
              <a:rPr lang="en-US" sz="1600" dirty="0">
                <a:highlight>
                  <a:srgbClr val="FFFF00"/>
                </a:highlight>
              </a:rPr>
              <a:t>// find the specific position digit and  Count occurrences of each digit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1.</a:t>
            </a:r>
            <a:r>
              <a:rPr lang="en-US" sz="1600" dirty="0">
                <a:highlight>
                  <a:srgbClr val="FFFF00"/>
                </a:highlight>
              </a:rPr>
              <a:t> 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 = 0 to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: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3. 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= </a:t>
            </a:r>
            <a:r>
              <a:rPr lang="en-US" sz="1600" dirty="0" err="1"/>
              <a:t>M.length</a:t>
            </a:r>
            <a:r>
              <a:rPr lang="en-US" sz="1600" dirty="0"/>
              <a:t> </a:t>
            </a:r>
            <a:r>
              <a:rPr lang="en-US" sz="1600" dirty="0" err="1"/>
              <a:t>downto</a:t>
            </a:r>
            <a:r>
              <a:rPr lang="en-US" sz="1600" dirty="0"/>
              <a:t> 1</a:t>
            </a:r>
          </a:p>
          <a:p>
            <a:r>
              <a:rPr lang="en-US" sz="1600" dirty="0"/>
              <a:t>     output[count[(M[</a:t>
            </a:r>
            <a:r>
              <a:rPr lang="en-US" sz="1600" dirty="0" err="1"/>
              <a:t>i</a:t>
            </a:r>
            <a:r>
              <a:rPr lang="en-US" sz="1600" dirty="0"/>
              <a:t>]/pos) % 10]-1] = M[</a:t>
            </a:r>
            <a:r>
              <a:rPr lang="en-US" sz="1600" dirty="0" err="1"/>
              <a:t>i</a:t>
            </a:r>
            <a:r>
              <a:rPr lang="en-US" sz="1600" dirty="0"/>
              <a:t>]     </a:t>
            </a:r>
          </a:p>
          <a:p>
            <a:r>
              <a:rPr lang="en-US" sz="1600" dirty="0"/>
              <a:t>     count[(M[</a:t>
            </a:r>
            <a:r>
              <a:rPr lang="en-US" sz="1600" dirty="0" err="1"/>
              <a:t>i</a:t>
            </a:r>
            <a:r>
              <a:rPr lang="en-US" sz="1600" dirty="0"/>
              <a:t>]/pos) % 10] = count[(M[</a:t>
            </a:r>
            <a:r>
              <a:rPr lang="en-US" sz="1600" dirty="0" err="1"/>
              <a:t>i</a:t>
            </a:r>
            <a:r>
              <a:rPr lang="en-US" sz="1600" dirty="0"/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D1B8F-35B3-7F69-7FD5-584F5DB453CB}"/>
              </a:ext>
            </a:extLst>
          </p:cNvPr>
          <p:cNvSpPr txBox="1"/>
          <p:nvPr/>
        </p:nvSpPr>
        <p:spPr>
          <a:xfrm>
            <a:off x="6880719" y="511988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BCED9-1534-06ED-D35B-04C4FD6B6F88}"/>
              </a:ext>
            </a:extLst>
          </p:cNvPr>
          <p:cNvSpPr txBox="1"/>
          <p:nvPr/>
        </p:nvSpPr>
        <p:spPr>
          <a:xfrm>
            <a:off x="7768247" y="4909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B3823-E2F5-F9D2-A6BB-CBBFE166399D}"/>
              </a:ext>
            </a:extLst>
          </p:cNvPr>
          <p:cNvSpPr txBox="1"/>
          <p:nvPr/>
        </p:nvSpPr>
        <p:spPr>
          <a:xfrm>
            <a:off x="8716023" y="46997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C23FC-7CC7-FB0E-36CC-591CE58A77C7}"/>
              </a:ext>
            </a:extLst>
          </p:cNvPr>
          <p:cNvSpPr txBox="1"/>
          <p:nvPr/>
        </p:nvSpPr>
        <p:spPr>
          <a:xfrm>
            <a:off x="9745870" y="46559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41A5-0B88-30B0-AF8E-3A200D2D042C}"/>
              </a:ext>
            </a:extLst>
          </p:cNvPr>
          <p:cNvSpPr txBox="1"/>
          <p:nvPr/>
        </p:nvSpPr>
        <p:spPr>
          <a:xfrm>
            <a:off x="10660701" y="46122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451B-E2B2-0060-8335-EE15331E936E}"/>
              </a:ext>
            </a:extLst>
          </p:cNvPr>
          <p:cNvSpPr/>
          <p:nvPr/>
        </p:nvSpPr>
        <p:spPr>
          <a:xfrm>
            <a:off x="7948423" y="86978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A8465E-7792-D9B2-0E0E-F159E4F88802}"/>
              </a:ext>
            </a:extLst>
          </p:cNvPr>
          <p:cNvSpPr/>
          <p:nvPr/>
        </p:nvSpPr>
        <p:spPr>
          <a:xfrm>
            <a:off x="8913852" y="8675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2485B-C521-A77E-BC7F-4FB2329442E2}"/>
              </a:ext>
            </a:extLst>
          </p:cNvPr>
          <p:cNvSpPr/>
          <p:nvPr/>
        </p:nvSpPr>
        <p:spPr>
          <a:xfrm>
            <a:off x="9832769" y="868675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7B226-D8C9-CE4E-A103-E7B1359F205A}"/>
              </a:ext>
            </a:extLst>
          </p:cNvPr>
          <p:cNvSpPr/>
          <p:nvPr/>
        </p:nvSpPr>
        <p:spPr>
          <a:xfrm>
            <a:off x="10781450" y="86142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2D8DC-EB6F-DA64-D945-68C71B2657A2}"/>
              </a:ext>
            </a:extLst>
          </p:cNvPr>
          <p:cNvSpPr/>
          <p:nvPr/>
        </p:nvSpPr>
        <p:spPr>
          <a:xfrm>
            <a:off x="7027460" y="8770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7581-1B43-7BEF-F831-80E47AFBE969}"/>
              </a:ext>
            </a:extLst>
          </p:cNvPr>
          <p:cNvSpPr txBox="1"/>
          <p:nvPr/>
        </p:nvSpPr>
        <p:spPr>
          <a:xfrm>
            <a:off x="5856642" y="967184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9160E-730A-A312-A9F3-F3FE6FA37CC3}"/>
              </a:ext>
            </a:extLst>
          </p:cNvPr>
          <p:cNvSpPr/>
          <p:nvPr/>
        </p:nvSpPr>
        <p:spPr>
          <a:xfrm>
            <a:off x="9957033" y="18088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0E536-F14B-8D14-5EC3-E9BEFD967E7E}"/>
              </a:ext>
            </a:extLst>
          </p:cNvPr>
          <p:cNvSpPr txBox="1"/>
          <p:nvPr/>
        </p:nvSpPr>
        <p:spPr>
          <a:xfrm>
            <a:off x="9745870" y="2447523"/>
            <a:ext cx="145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Element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6F7BCF-C901-E411-5748-EB4CF3E7435F}"/>
              </a:ext>
            </a:extLst>
          </p:cNvPr>
          <p:cNvSpPr/>
          <p:nvPr/>
        </p:nvSpPr>
        <p:spPr>
          <a:xfrm>
            <a:off x="6049105" y="1640911"/>
            <a:ext cx="1913206" cy="10922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For (pos=1 to max/pos&gt;0):</a:t>
            </a:r>
          </a:p>
          <a:p>
            <a:r>
              <a:rPr lang="en-US" sz="1100" dirty="0"/>
              <a:t>                         301/1  &gt;0</a:t>
            </a:r>
          </a:p>
          <a:p>
            <a:r>
              <a:rPr lang="en-US" sz="1100" dirty="0"/>
              <a:t>                           </a:t>
            </a:r>
            <a:r>
              <a:rPr lang="en-US" sz="1100" dirty="0">
                <a:highlight>
                  <a:srgbClr val="00FF00"/>
                </a:highlight>
              </a:rPr>
              <a:t>301  &gt; 0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countSort</a:t>
            </a:r>
            <a:r>
              <a:rPr lang="en-US" sz="1100" dirty="0"/>
              <a:t>(</a:t>
            </a:r>
            <a:r>
              <a:rPr lang="en-US" sz="1100" dirty="0" err="1"/>
              <a:t>a,n,pos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                  (</a:t>
            </a:r>
            <a:r>
              <a:rPr lang="en-US" sz="1100" dirty="0" err="1"/>
              <a:t>a,n</a:t>
            </a:r>
            <a:r>
              <a:rPr lang="en-US" sz="1100" dirty="0"/>
              <a:t>,  1 )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CAEF2-D1E5-5AAA-5AB8-B8B011B0A972}"/>
              </a:ext>
            </a:extLst>
          </p:cNvPr>
          <p:cNvSpPr txBox="1"/>
          <p:nvPr/>
        </p:nvSpPr>
        <p:spPr>
          <a:xfrm>
            <a:off x="6948612" y="4969687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4EFFE-9E68-75E6-5606-75C33A55E5C9}"/>
              </a:ext>
            </a:extLst>
          </p:cNvPr>
          <p:cNvSpPr txBox="1"/>
          <p:nvPr/>
        </p:nvSpPr>
        <p:spPr>
          <a:xfrm>
            <a:off x="7460929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A4F38-9794-F356-BA75-5E334F33133A}"/>
              </a:ext>
            </a:extLst>
          </p:cNvPr>
          <p:cNvSpPr txBox="1"/>
          <p:nvPr/>
        </p:nvSpPr>
        <p:spPr>
          <a:xfrm>
            <a:off x="7926658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9D09BD-4DD0-7334-B9A7-E1513CD2D86E}"/>
              </a:ext>
            </a:extLst>
          </p:cNvPr>
          <p:cNvSpPr txBox="1"/>
          <p:nvPr/>
        </p:nvSpPr>
        <p:spPr>
          <a:xfrm>
            <a:off x="8381018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3CB57-8255-5495-C9A7-CBCC4C6074C9}"/>
              </a:ext>
            </a:extLst>
          </p:cNvPr>
          <p:cNvSpPr txBox="1"/>
          <p:nvPr/>
        </p:nvSpPr>
        <p:spPr>
          <a:xfrm>
            <a:off x="8859596" y="496461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E21BE-7E02-9572-B03A-32E56BB8FC38}"/>
              </a:ext>
            </a:extLst>
          </p:cNvPr>
          <p:cNvSpPr txBox="1"/>
          <p:nvPr/>
        </p:nvSpPr>
        <p:spPr>
          <a:xfrm>
            <a:off x="9315158" y="4945960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AA814-FBF4-B15F-E116-CB03FBB62876}"/>
              </a:ext>
            </a:extLst>
          </p:cNvPr>
          <p:cNvSpPr txBox="1"/>
          <p:nvPr/>
        </p:nvSpPr>
        <p:spPr>
          <a:xfrm>
            <a:off x="9614821" y="5235752"/>
            <a:ext cx="584926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6C25CD-A01B-53FB-B10B-ACA8B9D3FFDC}"/>
              </a:ext>
            </a:extLst>
          </p:cNvPr>
          <p:cNvSpPr/>
          <p:nvPr/>
        </p:nvSpPr>
        <p:spPr>
          <a:xfrm>
            <a:off x="7386800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A558E-D31F-27E5-5571-3A3ADDFF599C}"/>
              </a:ext>
            </a:extLst>
          </p:cNvPr>
          <p:cNvSpPr/>
          <p:nvPr/>
        </p:nvSpPr>
        <p:spPr>
          <a:xfrm>
            <a:off x="785252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217C55-FD6C-CC71-8D30-D9098CED7793}"/>
              </a:ext>
            </a:extLst>
          </p:cNvPr>
          <p:cNvSpPr/>
          <p:nvPr/>
        </p:nvSpPr>
        <p:spPr>
          <a:xfrm>
            <a:off x="8320676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A51CD0-8526-127B-41BF-867979940251}"/>
              </a:ext>
            </a:extLst>
          </p:cNvPr>
          <p:cNvSpPr/>
          <p:nvPr/>
        </p:nvSpPr>
        <p:spPr>
          <a:xfrm>
            <a:off x="8823958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9665F2-135B-7916-F4FF-DA3EA61C94E8}"/>
              </a:ext>
            </a:extLst>
          </p:cNvPr>
          <p:cNvSpPr/>
          <p:nvPr/>
        </p:nvSpPr>
        <p:spPr>
          <a:xfrm>
            <a:off x="926680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E5F444-36E7-D1CD-2A29-ADEBBF44BE88}"/>
              </a:ext>
            </a:extLst>
          </p:cNvPr>
          <p:cNvSpPr/>
          <p:nvPr/>
        </p:nvSpPr>
        <p:spPr>
          <a:xfrm>
            <a:off x="9714630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7D6CF3-F3A4-8F79-B904-756C131EBDCA}"/>
              </a:ext>
            </a:extLst>
          </p:cNvPr>
          <p:cNvSpPr/>
          <p:nvPr/>
        </p:nvSpPr>
        <p:spPr>
          <a:xfrm>
            <a:off x="10157481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B06C81-9AD5-DFC1-6C4E-95414C11320C}"/>
              </a:ext>
            </a:extLst>
          </p:cNvPr>
          <p:cNvSpPr txBox="1"/>
          <p:nvPr/>
        </p:nvSpPr>
        <p:spPr>
          <a:xfrm>
            <a:off x="10193208" y="495782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B83B37-0BB2-C296-1BBD-A4738FF7F001}"/>
              </a:ext>
            </a:extLst>
          </p:cNvPr>
          <p:cNvSpPr/>
          <p:nvPr/>
        </p:nvSpPr>
        <p:spPr>
          <a:xfrm>
            <a:off x="10603965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A4009-0EF0-FBBB-65C0-D6A6BE067ECF}"/>
              </a:ext>
            </a:extLst>
          </p:cNvPr>
          <p:cNvSpPr txBox="1"/>
          <p:nvPr/>
        </p:nvSpPr>
        <p:spPr>
          <a:xfrm>
            <a:off x="10636015" y="4937828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7935B7-7501-6047-A6D9-A5F2A8B42F46}"/>
              </a:ext>
            </a:extLst>
          </p:cNvPr>
          <p:cNvSpPr/>
          <p:nvPr/>
        </p:nvSpPr>
        <p:spPr>
          <a:xfrm>
            <a:off x="693897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F102B8-447A-6DD9-C4EC-1780988A73E5}"/>
              </a:ext>
            </a:extLst>
          </p:cNvPr>
          <p:cNvSpPr/>
          <p:nvPr/>
        </p:nvSpPr>
        <p:spPr>
          <a:xfrm>
            <a:off x="11051785" y="561367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3EEFC4-05FF-A34C-BB78-A76F406B2CC3}"/>
              </a:ext>
            </a:extLst>
          </p:cNvPr>
          <p:cNvSpPr txBox="1"/>
          <p:nvPr/>
        </p:nvSpPr>
        <p:spPr>
          <a:xfrm>
            <a:off x="11153824" y="491783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803BAF-0DD5-AA08-5306-9869F00134B5}"/>
              </a:ext>
            </a:extLst>
          </p:cNvPr>
          <p:cNvSpPr txBox="1"/>
          <p:nvPr/>
        </p:nvSpPr>
        <p:spPr>
          <a:xfrm>
            <a:off x="8344280" y="6099551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946FF9-65A9-4069-CE04-F7EF9E0FE5F7}"/>
              </a:ext>
            </a:extLst>
          </p:cNvPr>
          <p:cNvSpPr/>
          <p:nvPr/>
        </p:nvSpPr>
        <p:spPr>
          <a:xfrm>
            <a:off x="7714066" y="2787883"/>
            <a:ext cx="2824859" cy="18696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C</a:t>
            </a:r>
            <a:r>
              <a:rPr lang="en-US" sz="1800" dirty="0"/>
              <a:t>ount[(M[</a:t>
            </a:r>
            <a:r>
              <a:rPr lang="en-US" sz="1800" dirty="0" err="1"/>
              <a:t>i</a:t>
            </a:r>
            <a:r>
              <a:rPr lang="en-US" sz="1800" dirty="0"/>
              <a:t>]/pos) % 10]++</a:t>
            </a:r>
          </a:p>
          <a:p>
            <a:pPr algn="ctr"/>
            <a:r>
              <a:rPr lang="en-US" sz="1800" dirty="0"/>
              <a:t>Count[(M[0]/pos)%10]++</a:t>
            </a:r>
          </a:p>
          <a:p>
            <a:pPr algn="ctr"/>
            <a:r>
              <a:rPr lang="en-US" dirty="0"/>
              <a:t>Count[(66/1)%10]++</a:t>
            </a:r>
          </a:p>
          <a:p>
            <a:pPr algn="ctr"/>
            <a:r>
              <a:rPr lang="en-US" dirty="0"/>
              <a:t>Count[66%10]++</a:t>
            </a:r>
          </a:p>
          <a:p>
            <a:pPr algn="ctr"/>
            <a:r>
              <a:rPr lang="en-US" dirty="0"/>
              <a:t>Count[6]++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089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</a:t>
            </a:r>
            <a:r>
              <a:rPr lang="en-US" sz="1600" dirty="0">
                <a:highlight>
                  <a:srgbClr val="FFFF00"/>
                </a:highlight>
              </a:rPr>
              <a:t>// find the specific position digit and  Count occurrences of each digit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1.</a:t>
            </a:r>
            <a:r>
              <a:rPr lang="en-US" sz="1600" dirty="0">
                <a:highlight>
                  <a:srgbClr val="FFFF00"/>
                </a:highlight>
              </a:rPr>
              <a:t> 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 = 0 to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: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3. 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= </a:t>
            </a:r>
            <a:r>
              <a:rPr lang="en-US" sz="1600" dirty="0" err="1"/>
              <a:t>M.length</a:t>
            </a:r>
            <a:r>
              <a:rPr lang="en-US" sz="1600" dirty="0"/>
              <a:t> </a:t>
            </a:r>
            <a:r>
              <a:rPr lang="en-US" sz="1600" dirty="0" err="1"/>
              <a:t>downto</a:t>
            </a:r>
            <a:r>
              <a:rPr lang="en-US" sz="1600" dirty="0"/>
              <a:t> 1</a:t>
            </a:r>
          </a:p>
          <a:p>
            <a:r>
              <a:rPr lang="en-US" sz="1600" dirty="0"/>
              <a:t>     output[count[(M[</a:t>
            </a:r>
            <a:r>
              <a:rPr lang="en-US" sz="1600" dirty="0" err="1"/>
              <a:t>i</a:t>
            </a:r>
            <a:r>
              <a:rPr lang="en-US" sz="1600" dirty="0"/>
              <a:t>]/pos) % 10]-1] = M[</a:t>
            </a:r>
            <a:r>
              <a:rPr lang="en-US" sz="1600" dirty="0" err="1"/>
              <a:t>i</a:t>
            </a:r>
            <a:r>
              <a:rPr lang="en-US" sz="1600" dirty="0"/>
              <a:t>]     </a:t>
            </a:r>
          </a:p>
          <a:p>
            <a:r>
              <a:rPr lang="en-US" sz="1600" dirty="0"/>
              <a:t>     count[(M[</a:t>
            </a:r>
            <a:r>
              <a:rPr lang="en-US" sz="1600" dirty="0" err="1"/>
              <a:t>i</a:t>
            </a:r>
            <a:r>
              <a:rPr lang="en-US" sz="1600" dirty="0"/>
              <a:t>]/pos) % 10] = count[(M[</a:t>
            </a:r>
            <a:r>
              <a:rPr lang="en-US" sz="1600" dirty="0" err="1"/>
              <a:t>i</a:t>
            </a:r>
            <a:r>
              <a:rPr lang="en-US" sz="1600" dirty="0"/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D1B8F-35B3-7F69-7FD5-584F5DB453CB}"/>
              </a:ext>
            </a:extLst>
          </p:cNvPr>
          <p:cNvSpPr txBox="1"/>
          <p:nvPr/>
        </p:nvSpPr>
        <p:spPr>
          <a:xfrm>
            <a:off x="6880719" y="511988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BCED9-1534-06ED-D35B-04C4FD6B6F88}"/>
              </a:ext>
            </a:extLst>
          </p:cNvPr>
          <p:cNvSpPr txBox="1"/>
          <p:nvPr/>
        </p:nvSpPr>
        <p:spPr>
          <a:xfrm>
            <a:off x="7768247" y="4909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B3823-E2F5-F9D2-A6BB-CBBFE166399D}"/>
              </a:ext>
            </a:extLst>
          </p:cNvPr>
          <p:cNvSpPr txBox="1"/>
          <p:nvPr/>
        </p:nvSpPr>
        <p:spPr>
          <a:xfrm>
            <a:off x="8716023" y="46997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C23FC-7CC7-FB0E-36CC-591CE58A77C7}"/>
              </a:ext>
            </a:extLst>
          </p:cNvPr>
          <p:cNvSpPr txBox="1"/>
          <p:nvPr/>
        </p:nvSpPr>
        <p:spPr>
          <a:xfrm>
            <a:off x="9745870" y="46559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41A5-0B88-30B0-AF8E-3A200D2D042C}"/>
              </a:ext>
            </a:extLst>
          </p:cNvPr>
          <p:cNvSpPr txBox="1"/>
          <p:nvPr/>
        </p:nvSpPr>
        <p:spPr>
          <a:xfrm>
            <a:off x="10660701" y="46122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451B-E2B2-0060-8335-EE15331E936E}"/>
              </a:ext>
            </a:extLst>
          </p:cNvPr>
          <p:cNvSpPr/>
          <p:nvPr/>
        </p:nvSpPr>
        <p:spPr>
          <a:xfrm>
            <a:off x="7948423" y="86978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A8465E-7792-D9B2-0E0E-F159E4F88802}"/>
              </a:ext>
            </a:extLst>
          </p:cNvPr>
          <p:cNvSpPr/>
          <p:nvPr/>
        </p:nvSpPr>
        <p:spPr>
          <a:xfrm>
            <a:off x="8913852" y="8675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2485B-C521-A77E-BC7F-4FB2329442E2}"/>
              </a:ext>
            </a:extLst>
          </p:cNvPr>
          <p:cNvSpPr/>
          <p:nvPr/>
        </p:nvSpPr>
        <p:spPr>
          <a:xfrm>
            <a:off x="9832769" y="868675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7B226-D8C9-CE4E-A103-E7B1359F205A}"/>
              </a:ext>
            </a:extLst>
          </p:cNvPr>
          <p:cNvSpPr/>
          <p:nvPr/>
        </p:nvSpPr>
        <p:spPr>
          <a:xfrm>
            <a:off x="10781450" y="86142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2D8DC-EB6F-DA64-D945-68C71B2657A2}"/>
              </a:ext>
            </a:extLst>
          </p:cNvPr>
          <p:cNvSpPr/>
          <p:nvPr/>
        </p:nvSpPr>
        <p:spPr>
          <a:xfrm>
            <a:off x="7027460" y="8770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7581-1B43-7BEF-F831-80E47AFBE969}"/>
              </a:ext>
            </a:extLst>
          </p:cNvPr>
          <p:cNvSpPr txBox="1"/>
          <p:nvPr/>
        </p:nvSpPr>
        <p:spPr>
          <a:xfrm>
            <a:off x="5856642" y="967184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9160E-730A-A312-A9F3-F3FE6FA37CC3}"/>
              </a:ext>
            </a:extLst>
          </p:cNvPr>
          <p:cNvSpPr/>
          <p:nvPr/>
        </p:nvSpPr>
        <p:spPr>
          <a:xfrm>
            <a:off x="9957033" y="18088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0E536-F14B-8D14-5EC3-E9BEFD967E7E}"/>
              </a:ext>
            </a:extLst>
          </p:cNvPr>
          <p:cNvSpPr txBox="1"/>
          <p:nvPr/>
        </p:nvSpPr>
        <p:spPr>
          <a:xfrm>
            <a:off x="9745870" y="2447523"/>
            <a:ext cx="145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Element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6F7BCF-C901-E411-5748-EB4CF3E7435F}"/>
              </a:ext>
            </a:extLst>
          </p:cNvPr>
          <p:cNvSpPr/>
          <p:nvPr/>
        </p:nvSpPr>
        <p:spPr>
          <a:xfrm>
            <a:off x="6049105" y="1640911"/>
            <a:ext cx="1913206" cy="10922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For (pos=1 to max/pos&gt;0):</a:t>
            </a:r>
          </a:p>
          <a:p>
            <a:r>
              <a:rPr lang="en-US" sz="1100" dirty="0"/>
              <a:t>                         301/1  &gt;0</a:t>
            </a:r>
          </a:p>
          <a:p>
            <a:r>
              <a:rPr lang="en-US" sz="1100" dirty="0"/>
              <a:t>                           </a:t>
            </a:r>
            <a:r>
              <a:rPr lang="en-US" sz="1100" dirty="0">
                <a:highlight>
                  <a:srgbClr val="00FF00"/>
                </a:highlight>
              </a:rPr>
              <a:t>301  &gt; 0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countSort</a:t>
            </a:r>
            <a:r>
              <a:rPr lang="en-US" sz="1100" dirty="0"/>
              <a:t>(</a:t>
            </a:r>
            <a:r>
              <a:rPr lang="en-US" sz="1100" dirty="0" err="1"/>
              <a:t>a,n,pos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                  (</a:t>
            </a:r>
            <a:r>
              <a:rPr lang="en-US" sz="1100" dirty="0" err="1"/>
              <a:t>a,n</a:t>
            </a:r>
            <a:r>
              <a:rPr lang="en-US" sz="1100" dirty="0"/>
              <a:t>,  1 )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CAEF2-D1E5-5AAA-5AB8-B8B011B0A972}"/>
              </a:ext>
            </a:extLst>
          </p:cNvPr>
          <p:cNvSpPr txBox="1"/>
          <p:nvPr/>
        </p:nvSpPr>
        <p:spPr>
          <a:xfrm>
            <a:off x="6948612" y="4969687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4EFFE-9E68-75E6-5606-75C33A55E5C9}"/>
              </a:ext>
            </a:extLst>
          </p:cNvPr>
          <p:cNvSpPr txBox="1"/>
          <p:nvPr/>
        </p:nvSpPr>
        <p:spPr>
          <a:xfrm>
            <a:off x="7460929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A4F38-9794-F356-BA75-5E334F33133A}"/>
              </a:ext>
            </a:extLst>
          </p:cNvPr>
          <p:cNvSpPr txBox="1"/>
          <p:nvPr/>
        </p:nvSpPr>
        <p:spPr>
          <a:xfrm>
            <a:off x="7926658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9D09BD-4DD0-7334-B9A7-E1513CD2D86E}"/>
              </a:ext>
            </a:extLst>
          </p:cNvPr>
          <p:cNvSpPr txBox="1"/>
          <p:nvPr/>
        </p:nvSpPr>
        <p:spPr>
          <a:xfrm>
            <a:off x="8381018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3CB57-8255-5495-C9A7-CBCC4C6074C9}"/>
              </a:ext>
            </a:extLst>
          </p:cNvPr>
          <p:cNvSpPr txBox="1"/>
          <p:nvPr/>
        </p:nvSpPr>
        <p:spPr>
          <a:xfrm>
            <a:off x="8859596" y="496461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E21BE-7E02-9572-B03A-32E56BB8FC38}"/>
              </a:ext>
            </a:extLst>
          </p:cNvPr>
          <p:cNvSpPr txBox="1"/>
          <p:nvPr/>
        </p:nvSpPr>
        <p:spPr>
          <a:xfrm>
            <a:off x="9315158" y="4945960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AA814-FBF4-B15F-E116-CB03FBB62876}"/>
              </a:ext>
            </a:extLst>
          </p:cNvPr>
          <p:cNvSpPr txBox="1"/>
          <p:nvPr/>
        </p:nvSpPr>
        <p:spPr>
          <a:xfrm>
            <a:off x="9614821" y="5235752"/>
            <a:ext cx="584926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6C25CD-A01B-53FB-B10B-ACA8B9D3FFDC}"/>
              </a:ext>
            </a:extLst>
          </p:cNvPr>
          <p:cNvSpPr/>
          <p:nvPr/>
        </p:nvSpPr>
        <p:spPr>
          <a:xfrm>
            <a:off x="7386800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A558E-D31F-27E5-5571-3A3ADDFF599C}"/>
              </a:ext>
            </a:extLst>
          </p:cNvPr>
          <p:cNvSpPr/>
          <p:nvPr/>
        </p:nvSpPr>
        <p:spPr>
          <a:xfrm>
            <a:off x="785252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217C55-FD6C-CC71-8D30-D9098CED7793}"/>
              </a:ext>
            </a:extLst>
          </p:cNvPr>
          <p:cNvSpPr/>
          <p:nvPr/>
        </p:nvSpPr>
        <p:spPr>
          <a:xfrm>
            <a:off x="8320676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A51CD0-8526-127B-41BF-867979940251}"/>
              </a:ext>
            </a:extLst>
          </p:cNvPr>
          <p:cNvSpPr/>
          <p:nvPr/>
        </p:nvSpPr>
        <p:spPr>
          <a:xfrm>
            <a:off x="8823958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9665F2-135B-7916-F4FF-DA3EA61C94E8}"/>
              </a:ext>
            </a:extLst>
          </p:cNvPr>
          <p:cNvSpPr/>
          <p:nvPr/>
        </p:nvSpPr>
        <p:spPr>
          <a:xfrm>
            <a:off x="926680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E5F444-36E7-D1CD-2A29-ADEBBF44BE88}"/>
              </a:ext>
            </a:extLst>
          </p:cNvPr>
          <p:cNvSpPr/>
          <p:nvPr/>
        </p:nvSpPr>
        <p:spPr>
          <a:xfrm>
            <a:off x="9714630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7D6CF3-F3A4-8F79-B904-756C131EBDCA}"/>
              </a:ext>
            </a:extLst>
          </p:cNvPr>
          <p:cNvSpPr/>
          <p:nvPr/>
        </p:nvSpPr>
        <p:spPr>
          <a:xfrm>
            <a:off x="10157481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B06C81-9AD5-DFC1-6C4E-95414C11320C}"/>
              </a:ext>
            </a:extLst>
          </p:cNvPr>
          <p:cNvSpPr txBox="1"/>
          <p:nvPr/>
        </p:nvSpPr>
        <p:spPr>
          <a:xfrm>
            <a:off x="10193208" y="495782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B83B37-0BB2-C296-1BBD-A4738FF7F001}"/>
              </a:ext>
            </a:extLst>
          </p:cNvPr>
          <p:cNvSpPr/>
          <p:nvPr/>
        </p:nvSpPr>
        <p:spPr>
          <a:xfrm>
            <a:off x="10603965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A4009-0EF0-FBBB-65C0-D6A6BE067ECF}"/>
              </a:ext>
            </a:extLst>
          </p:cNvPr>
          <p:cNvSpPr txBox="1"/>
          <p:nvPr/>
        </p:nvSpPr>
        <p:spPr>
          <a:xfrm>
            <a:off x="10636015" y="4937828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7935B7-7501-6047-A6D9-A5F2A8B42F46}"/>
              </a:ext>
            </a:extLst>
          </p:cNvPr>
          <p:cNvSpPr/>
          <p:nvPr/>
        </p:nvSpPr>
        <p:spPr>
          <a:xfrm>
            <a:off x="693897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F102B8-447A-6DD9-C4EC-1780988A73E5}"/>
              </a:ext>
            </a:extLst>
          </p:cNvPr>
          <p:cNvSpPr/>
          <p:nvPr/>
        </p:nvSpPr>
        <p:spPr>
          <a:xfrm>
            <a:off x="11051785" y="561367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3EEFC4-05FF-A34C-BB78-A76F406B2CC3}"/>
              </a:ext>
            </a:extLst>
          </p:cNvPr>
          <p:cNvSpPr txBox="1"/>
          <p:nvPr/>
        </p:nvSpPr>
        <p:spPr>
          <a:xfrm>
            <a:off x="11153824" y="491783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803BAF-0DD5-AA08-5306-9869F00134B5}"/>
              </a:ext>
            </a:extLst>
          </p:cNvPr>
          <p:cNvSpPr txBox="1"/>
          <p:nvPr/>
        </p:nvSpPr>
        <p:spPr>
          <a:xfrm>
            <a:off x="8344280" y="6099551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946FF9-65A9-4069-CE04-F7EF9E0FE5F7}"/>
              </a:ext>
            </a:extLst>
          </p:cNvPr>
          <p:cNvSpPr/>
          <p:nvPr/>
        </p:nvSpPr>
        <p:spPr>
          <a:xfrm>
            <a:off x="7714066" y="2787883"/>
            <a:ext cx="2824859" cy="18696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C</a:t>
            </a:r>
            <a:r>
              <a:rPr lang="en-US" sz="1800" dirty="0"/>
              <a:t>ount[(M[</a:t>
            </a:r>
            <a:r>
              <a:rPr lang="en-US" sz="1800" dirty="0" err="1"/>
              <a:t>i</a:t>
            </a:r>
            <a:r>
              <a:rPr lang="en-US" sz="1800" dirty="0"/>
              <a:t>]/pos) % 10]++</a:t>
            </a:r>
          </a:p>
          <a:p>
            <a:pPr algn="ctr"/>
            <a:r>
              <a:rPr lang="en-US" sz="1800" dirty="0"/>
              <a:t>Count[(M[0]/pos)%10]++</a:t>
            </a:r>
          </a:p>
          <a:p>
            <a:pPr algn="ctr"/>
            <a:r>
              <a:rPr lang="en-US" dirty="0"/>
              <a:t>Count[(66/1)%10]++</a:t>
            </a:r>
          </a:p>
          <a:p>
            <a:pPr algn="ctr"/>
            <a:r>
              <a:rPr lang="en-US" dirty="0"/>
              <a:t>Count[66%10]++</a:t>
            </a:r>
          </a:p>
          <a:p>
            <a:pPr algn="ctr"/>
            <a:r>
              <a:rPr lang="en-US" dirty="0"/>
              <a:t>Count[6]++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221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</a:t>
            </a:r>
          </a:p>
          <a:p>
            <a:r>
              <a:rPr lang="en-US" sz="1600" dirty="0"/>
              <a:t> </a:t>
            </a:r>
            <a:r>
              <a:rPr lang="en-US" sz="1600" dirty="0">
                <a:highlight>
                  <a:srgbClr val="FFFF00"/>
                </a:highlight>
              </a:rPr>
              <a:t>// find the specific position digit and  Count occurrences of each digit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1.</a:t>
            </a:r>
            <a:r>
              <a:rPr lang="en-US" sz="1600" dirty="0">
                <a:highlight>
                  <a:srgbClr val="FFFF00"/>
                </a:highlight>
              </a:rPr>
              <a:t> 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 = 0 to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: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3. 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= </a:t>
            </a:r>
            <a:r>
              <a:rPr lang="en-US" sz="1600" dirty="0" err="1"/>
              <a:t>M.length</a:t>
            </a:r>
            <a:r>
              <a:rPr lang="en-US" sz="1600" dirty="0"/>
              <a:t> </a:t>
            </a:r>
            <a:r>
              <a:rPr lang="en-US" sz="1600" dirty="0" err="1"/>
              <a:t>downto</a:t>
            </a:r>
            <a:r>
              <a:rPr lang="en-US" sz="1600" dirty="0"/>
              <a:t> 1</a:t>
            </a:r>
          </a:p>
          <a:p>
            <a:r>
              <a:rPr lang="en-US" sz="1600" dirty="0"/>
              <a:t>     output[count[(M[</a:t>
            </a:r>
            <a:r>
              <a:rPr lang="en-US" sz="1600" dirty="0" err="1"/>
              <a:t>i</a:t>
            </a:r>
            <a:r>
              <a:rPr lang="en-US" sz="1600" dirty="0"/>
              <a:t>]/pos) % 10]-1] = M[</a:t>
            </a:r>
            <a:r>
              <a:rPr lang="en-US" sz="1600" dirty="0" err="1"/>
              <a:t>i</a:t>
            </a:r>
            <a:r>
              <a:rPr lang="en-US" sz="1600" dirty="0"/>
              <a:t>]     </a:t>
            </a:r>
          </a:p>
          <a:p>
            <a:r>
              <a:rPr lang="en-US" sz="1600" dirty="0"/>
              <a:t>     count[(M[</a:t>
            </a:r>
            <a:r>
              <a:rPr lang="en-US" sz="1600" dirty="0" err="1"/>
              <a:t>i</a:t>
            </a:r>
            <a:r>
              <a:rPr lang="en-US" sz="1600" dirty="0"/>
              <a:t>]/pos) % 10] = count[(M[</a:t>
            </a:r>
            <a:r>
              <a:rPr lang="en-US" sz="1600" dirty="0" err="1"/>
              <a:t>i</a:t>
            </a:r>
            <a:r>
              <a:rPr lang="en-US" sz="1600" dirty="0"/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D1B8F-35B3-7F69-7FD5-584F5DB453CB}"/>
              </a:ext>
            </a:extLst>
          </p:cNvPr>
          <p:cNvSpPr txBox="1"/>
          <p:nvPr/>
        </p:nvSpPr>
        <p:spPr>
          <a:xfrm>
            <a:off x="6880719" y="511988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BCED9-1534-06ED-D35B-04C4FD6B6F88}"/>
              </a:ext>
            </a:extLst>
          </p:cNvPr>
          <p:cNvSpPr txBox="1"/>
          <p:nvPr/>
        </p:nvSpPr>
        <p:spPr>
          <a:xfrm>
            <a:off x="7768247" y="4909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B3823-E2F5-F9D2-A6BB-CBBFE166399D}"/>
              </a:ext>
            </a:extLst>
          </p:cNvPr>
          <p:cNvSpPr txBox="1"/>
          <p:nvPr/>
        </p:nvSpPr>
        <p:spPr>
          <a:xfrm>
            <a:off x="8716023" y="46997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C23FC-7CC7-FB0E-36CC-591CE58A77C7}"/>
              </a:ext>
            </a:extLst>
          </p:cNvPr>
          <p:cNvSpPr txBox="1"/>
          <p:nvPr/>
        </p:nvSpPr>
        <p:spPr>
          <a:xfrm>
            <a:off x="9745870" y="46559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41A5-0B88-30B0-AF8E-3A200D2D042C}"/>
              </a:ext>
            </a:extLst>
          </p:cNvPr>
          <p:cNvSpPr txBox="1"/>
          <p:nvPr/>
        </p:nvSpPr>
        <p:spPr>
          <a:xfrm>
            <a:off x="10660701" y="46122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451B-E2B2-0060-8335-EE15331E936E}"/>
              </a:ext>
            </a:extLst>
          </p:cNvPr>
          <p:cNvSpPr/>
          <p:nvPr/>
        </p:nvSpPr>
        <p:spPr>
          <a:xfrm>
            <a:off x="7948423" y="86978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A8465E-7792-D9B2-0E0E-F159E4F88802}"/>
              </a:ext>
            </a:extLst>
          </p:cNvPr>
          <p:cNvSpPr/>
          <p:nvPr/>
        </p:nvSpPr>
        <p:spPr>
          <a:xfrm>
            <a:off x="8913852" y="8675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2485B-C521-A77E-BC7F-4FB2329442E2}"/>
              </a:ext>
            </a:extLst>
          </p:cNvPr>
          <p:cNvSpPr/>
          <p:nvPr/>
        </p:nvSpPr>
        <p:spPr>
          <a:xfrm>
            <a:off x="9832769" y="868675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7B226-D8C9-CE4E-A103-E7B1359F205A}"/>
              </a:ext>
            </a:extLst>
          </p:cNvPr>
          <p:cNvSpPr/>
          <p:nvPr/>
        </p:nvSpPr>
        <p:spPr>
          <a:xfrm>
            <a:off x="10781450" y="86142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2D8DC-EB6F-DA64-D945-68C71B2657A2}"/>
              </a:ext>
            </a:extLst>
          </p:cNvPr>
          <p:cNvSpPr/>
          <p:nvPr/>
        </p:nvSpPr>
        <p:spPr>
          <a:xfrm>
            <a:off x="7027460" y="8770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7581-1B43-7BEF-F831-80E47AFBE969}"/>
              </a:ext>
            </a:extLst>
          </p:cNvPr>
          <p:cNvSpPr txBox="1"/>
          <p:nvPr/>
        </p:nvSpPr>
        <p:spPr>
          <a:xfrm>
            <a:off x="5856642" y="967184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9160E-730A-A312-A9F3-F3FE6FA37CC3}"/>
              </a:ext>
            </a:extLst>
          </p:cNvPr>
          <p:cNvSpPr/>
          <p:nvPr/>
        </p:nvSpPr>
        <p:spPr>
          <a:xfrm>
            <a:off x="9957033" y="18088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0E536-F14B-8D14-5EC3-E9BEFD967E7E}"/>
              </a:ext>
            </a:extLst>
          </p:cNvPr>
          <p:cNvSpPr txBox="1"/>
          <p:nvPr/>
        </p:nvSpPr>
        <p:spPr>
          <a:xfrm>
            <a:off x="9745870" y="2447523"/>
            <a:ext cx="145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Element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6F7BCF-C901-E411-5748-EB4CF3E7435F}"/>
              </a:ext>
            </a:extLst>
          </p:cNvPr>
          <p:cNvSpPr/>
          <p:nvPr/>
        </p:nvSpPr>
        <p:spPr>
          <a:xfrm>
            <a:off x="6049105" y="1640911"/>
            <a:ext cx="1913206" cy="10922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For (pos=1 to max/pos&gt;0):</a:t>
            </a:r>
          </a:p>
          <a:p>
            <a:r>
              <a:rPr lang="en-US" sz="1100" dirty="0"/>
              <a:t>                         301/1  &gt;0</a:t>
            </a:r>
          </a:p>
          <a:p>
            <a:r>
              <a:rPr lang="en-US" sz="1100" dirty="0"/>
              <a:t>                           </a:t>
            </a:r>
            <a:r>
              <a:rPr lang="en-US" sz="1100" dirty="0">
                <a:highlight>
                  <a:srgbClr val="00FF00"/>
                </a:highlight>
              </a:rPr>
              <a:t>301  &gt; 0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countSort</a:t>
            </a:r>
            <a:r>
              <a:rPr lang="en-US" sz="1100" dirty="0"/>
              <a:t>(</a:t>
            </a:r>
            <a:r>
              <a:rPr lang="en-US" sz="1100" dirty="0" err="1"/>
              <a:t>a,n,pos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                  (</a:t>
            </a:r>
            <a:r>
              <a:rPr lang="en-US" sz="1100" dirty="0" err="1"/>
              <a:t>a,n</a:t>
            </a:r>
            <a:r>
              <a:rPr lang="en-US" sz="1100" dirty="0"/>
              <a:t>,  1 )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CAEF2-D1E5-5AAA-5AB8-B8B011B0A972}"/>
              </a:ext>
            </a:extLst>
          </p:cNvPr>
          <p:cNvSpPr txBox="1"/>
          <p:nvPr/>
        </p:nvSpPr>
        <p:spPr>
          <a:xfrm>
            <a:off x="6948612" y="4969687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4EFFE-9E68-75E6-5606-75C33A55E5C9}"/>
              </a:ext>
            </a:extLst>
          </p:cNvPr>
          <p:cNvSpPr txBox="1"/>
          <p:nvPr/>
        </p:nvSpPr>
        <p:spPr>
          <a:xfrm>
            <a:off x="7460929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A4F38-9794-F356-BA75-5E334F33133A}"/>
              </a:ext>
            </a:extLst>
          </p:cNvPr>
          <p:cNvSpPr txBox="1"/>
          <p:nvPr/>
        </p:nvSpPr>
        <p:spPr>
          <a:xfrm>
            <a:off x="7926658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9D09BD-4DD0-7334-B9A7-E1513CD2D86E}"/>
              </a:ext>
            </a:extLst>
          </p:cNvPr>
          <p:cNvSpPr txBox="1"/>
          <p:nvPr/>
        </p:nvSpPr>
        <p:spPr>
          <a:xfrm>
            <a:off x="8381018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3CB57-8255-5495-C9A7-CBCC4C6074C9}"/>
              </a:ext>
            </a:extLst>
          </p:cNvPr>
          <p:cNvSpPr txBox="1"/>
          <p:nvPr/>
        </p:nvSpPr>
        <p:spPr>
          <a:xfrm>
            <a:off x="8859596" y="496461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E21BE-7E02-9572-B03A-32E56BB8FC38}"/>
              </a:ext>
            </a:extLst>
          </p:cNvPr>
          <p:cNvSpPr txBox="1"/>
          <p:nvPr/>
        </p:nvSpPr>
        <p:spPr>
          <a:xfrm>
            <a:off x="9315158" y="4945960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AA814-FBF4-B15F-E116-CB03FBB62876}"/>
              </a:ext>
            </a:extLst>
          </p:cNvPr>
          <p:cNvSpPr txBox="1"/>
          <p:nvPr/>
        </p:nvSpPr>
        <p:spPr>
          <a:xfrm>
            <a:off x="9614821" y="5235752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6C25CD-A01B-53FB-B10B-ACA8B9D3FFDC}"/>
              </a:ext>
            </a:extLst>
          </p:cNvPr>
          <p:cNvSpPr/>
          <p:nvPr/>
        </p:nvSpPr>
        <p:spPr>
          <a:xfrm>
            <a:off x="7386800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A558E-D31F-27E5-5571-3A3ADDFF599C}"/>
              </a:ext>
            </a:extLst>
          </p:cNvPr>
          <p:cNvSpPr/>
          <p:nvPr/>
        </p:nvSpPr>
        <p:spPr>
          <a:xfrm>
            <a:off x="785252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217C55-FD6C-CC71-8D30-D9098CED7793}"/>
              </a:ext>
            </a:extLst>
          </p:cNvPr>
          <p:cNvSpPr/>
          <p:nvPr/>
        </p:nvSpPr>
        <p:spPr>
          <a:xfrm>
            <a:off x="8320676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A51CD0-8526-127B-41BF-867979940251}"/>
              </a:ext>
            </a:extLst>
          </p:cNvPr>
          <p:cNvSpPr/>
          <p:nvPr/>
        </p:nvSpPr>
        <p:spPr>
          <a:xfrm>
            <a:off x="8823958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9665F2-135B-7916-F4FF-DA3EA61C94E8}"/>
              </a:ext>
            </a:extLst>
          </p:cNvPr>
          <p:cNvSpPr/>
          <p:nvPr/>
        </p:nvSpPr>
        <p:spPr>
          <a:xfrm>
            <a:off x="926680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E5F444-36E7-D1CD-2A29-ADEBBF44BE88}"/>
              </a:ext>
            </a:extLst>
          </p:cNvPr>
          <p:cNvSpPr/>
          <p:nvPr/>
        </p:nvSpPr>
        <p:spPr>
          <a:xfrm>
            <a:off x="9714630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7D6CF3-F3A4-8F79-B904-756C131EBDCA}"/>
              </a:ext>
            </a:extLst>
          </p:cNvPr>
          <p:cNvSpPr/>
          <p:nvPr/>
        </p:nvSpPr>
        <p:spPr>
          <a:xfrm>
            <a:off x="10157481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B06C81-9AD5-DFC1-6C4E-95414C11320C}"/>
              </a:ext>
            </a:extLst>
          </p:cNvPr>
          <p:cNvSpPr txBox="1"/>
          <p:nvPr/>
        </p:nvSpPr>
        <p:spPr>
          <a:xfrm>
            <a:off x="10193208" y="495782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B83B37-0BB2-C296-1BBD-A4738FF7F001}"/>
              </a:ext>
            </a:extLst>
          </p:cNvPr>
          <p:cNvSpPr/>
          <p:nvPr/>
        </p:nvSpPr>
        <p:spPr>
          <a:xfrm>
            <a:off x="10603965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A4009-0EF0-FBBB-65C0-D6A6BE067ECF}"/>
              </a:ext>
            </a:extLst>
          </p:cNvPr>
          <p:cNvSpPr txBox="1"/>
          <p:nvPr/>
        </p:nvSpPr>
        <p:spPr>
          <a:xfrm>
            <a:off x="10636015" y="4937828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7935B7-7501-6047-A6D9-A5F2A8B42F46}"/>
              </a:ext>
            </a:extLst>
          </p:cNvPr>
          <p:cNvSpPr/>
          <p:nvPr/>
        </p:nvSpPr>
        <p:spPr>
          <a:xfrm>
            <a:off x="693897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F102B8-447A-6DD9-C4EC-1780988A73E5}"/>
              </a:ext>
            </a:extLst>
          </p:cNvPr>
          <p:cNvSpPr/>
          <p:nvPr/>
        </p:nvSpPr>
        <p:spPr>
          <a:xfrm>
            <a:off x="11051785" y="561367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3EEFC4-05FF-A34C-BB78-A76F406B2CC3}"/>
              </a:ext>
            </a:extLst>
          </p:cNvPr>
          <p:cNvSpPr txBox="1"/>
          <p:nvPr/>
        </p:nvSpPr>
        <p:spPr>
          <a:xfrm>
            <a:off x="11153824" y="491783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803BAF-0DD5-AA08-5306-9869F00134B5}"/>
              </a:ext>
            </a:extLst>
          </p:cNvPr>
          <p:cNvSpPr txBox="1"/>
          <p:nvPr/>
        </p:nvSpPr>
        <p:spPr>
          <a:xfrm>
            <a:off x="8344280" y="6099551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946FF9-65A9-4069-CE04-F7EF9E0FE5F7}"/>
              </a:ext>
            </a:extLst>
          </p:cNvPr>
          <p:cNvSpPr/>
          <p:nvPr/>
        </p:nvSpPr>
        <p:spPr>
          <a:xfrm>
            <a:off x="7714066" y="2787883"/>
            <a:ext cx="2824859" cy="18696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C</a:t>
            </a:r>
            <a:r>
              <a:rPr lang="en-US" sz="1800" dirty="0"/>
              <a:t>ount[(M[</a:t>
            </a:r>
            <a:r>
              <a:rPr lang="en-US" sz="1800" dirty="0" err="1"/>
              <a:t>i</a:t>
            </a:r>
            <a:r>
              <a:rPr lang="en-US" sz="1800" dirty="0"/>
              <a:t>]/pos) % 10]++</a:t>
            </a:r>
          </a:p>
          <a:p>
            <a:pPr algn="ctr"/>
            <a:r>
              <a:rPr lang="en-US" sz="1800" dirty="0"/>
              <a:t>Count[(M[1]/pos)%10]++</a:t>
            </a:r>
          </a:p>
          <a:p>
            <a:pPr algn="ctr"/>
            <a:r>
              <a:rPr lang="en-US" dirty="0"/>
              <a:t>Count[(12/1)%10]++</a:t>
            </a:r>
          </a:p>
          <a:p>
            <a:pPr algn="ctr"/>
            <a:r>
              <a:rPr lang="en-US" dirty="0"/>
              <a:t>Count[12%10]++</a:t>
            </a:r>
          </a:p>
          <a:p>
            <a:pPr algn="ctr"/>
            <a:r>
              <a:rPr lang="en-US" dirty="0"/>
              <a:t>Count[2]++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522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</a:t>
            </a:r>
          </a:p>
          <a:p>
            <a:r>
              <a:rPr lang="en-US" sz="1600" dirty="0"/>
              <a:t> </a:t>
            </a:r>
            <a:r>
              <a:rPr lang="en-US" sz="1600" dirty="0">
                <a:highlight>
                  <a:srgbClr val="FFFF00"/>
                </a:highlight>
              </a:rPr>
              <a:t>// find the specific position digit and  Count occurrences of each digit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1.</a:t>
            </a:r>
            <a:r>
              <a:rPr lang="en-US" sz="1600" dirty="0">
                <a:highlight>
                  <a:srgbClr val="FFFF00"/>
                </a:highlight>
              </a:rPr>
              <a:t> 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 = 0 to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: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3. 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= </a:t>
            </a:r>
            <a:r>
              <a:rPr lang="en-US" sz="1600" dirty="0" err="1"/>
              <a:t>M.length</a:t>
            </a:r>
            <a:r>
              <a:rPr lang="en-US" sz="1600" dirty="0"/>
              <a:t> </a:t>
            </a:r>
            <a:r>
              <a:rPr lang="en-US" sz="1600" dirty="0" err="1"/>
              <a:t>downto</a:t>
            </a:r>
            <a:r>
              <a:rPr lang="en-US" sz="1600" dirty="0"/>
              <a:t> 1</a:t>
            </a:r>
          </a:p>
          <a:p>
            <a:r>
              <a:rPr lang="en-US" sz="1600" dirty="0"/>
              <a:t>     output[count[(M[</a:t>
            </a:r>
            <a:r>
              <a:rPr lang="en-US" sz="1600" dirty="0" err="1"/>
              <a:t>i</a:t>
            </a:r>
            <a:r>
              <a:rPr lang="en-US" sz="1600" dirty="0"/>
              <a:t>]/pos) % 10]-1] = M[</a:t>
            </a:r>
            <a:r>
              <a:rPr lang="en-US" sz="1600" dirty="0" err="1"/>
              <a:t>i</a:t>
            </a:r>
            <a:r>
              <a:rPr lang="en-US" sz="1600" dirty="0"/>
              <a:t>]     </a:t>
            </a:r>
          </a:p>
          <a:p>
            <a:r>
              <a:rPr lang="en-US" sz="1600" dirty="0"/>
              <a:t>     count[(M[</a:t>
            </a:r>
            <a:r>
              <a:rPr lang="en-US" sz="1600" dirty="0" err="1"/>
              <a:t>i</a:t>
            </a:r>
            <a:r>
              <a:rPr lang="en-US" sz="1600" dirty="0"/>
              <a:t>]/pos) % 10] = count[(M[</a:t>
            </a:r>
            <a:r>
              <a:rPr lang="en-US" sz="1600" dirty="0" err="1"/>
              <a:t>i</a:t>
            </a:r>
            <a:r>
              <a:rPr lang="en-US" sz="1600" dirty="0"/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D1B8F-35B3-7F69-7FD5-584F5DB453CB}"/>
              </a:ext>
            </a:extLst>
          </p:cNvPr>
          <p:cNvSpPr txBox="1"/>
          <p:nvPr/>
        </p:nvSpPr>
        <p:spPr>
          <a:xfrm>
            <a:off x="6880719" y="511988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BCED9-1534-06ED-D35B-04C4FD6B6F88}"/>
              </a:ext>
            </a:extLst>
          </p:cNvPr>
          <p:cNvSpPr txBox="1"/>
          <p:nvPr/>
        </p:nvSpPr>
        <p:spPr>
          <a:xfrm>
            <a:off x="7768247" y="4909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B3823-E2F5-F9D2-A6BB-CBBFE166399D}"/>
              </a:ext>
            </a:extLst>
          </p:cNvPr>
          <p:cNvSpPr txBox="1"/>
          <p:nvPr/>
        </p:nvSpPr>
        <p:spPr>
          <a:xfrm>
            <a:off x="8716023" y="46997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C23FC-7CC7-FB0E-36CC-591CE58A77C7}"/>
              </a:ext>
            </a:extLst>
          </p:cNvPr>
          <p:cNvSpPr txBox="1"/>
          <p:nvPr/>
        </p:nvSpPr>
        <p:spPr>
          <a:xfrm>
            <a:off x="9745870" y="46559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41A5-0B88-30B0-AF8E-3A200D2D042C}"/>
              </a:ext>
            </a:extLst>
          </p:cNvPr>
          <p:cNvSpPr txBox="1"/>
          <p:nvPr/>
        </p:nvSpPr>
        <p:spPr>
          <a:xfrm>
            <a:off x="10660701" y="46122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451B-E2B2-0060-8335-EE15331E936E}"/>
              </a:ext>
            </a:extLst>
          </p:cNvPr>
          <p:cNvSpPr/>
          <p:nvPr/>
        </p:nvSpPr>
        <p:spPr>
          <a:xfrm>
            <a:off x="7948423" y="86978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A8465E-7792-D9B2-0E0E-F159E4F88802}"/>
              </a:ext>
            </a:extLst>
          </p:cNvPr>
          <p:cNvSpPr/>
          <p:nvPr/>
        </p:nvSpPr>
        <p:spPr>
          <a:xfrm>
            <a:off x="8913852" y="8675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2485B-C521-A77E-BC7F-4FB2329442E2}"/>
              </a:ext>
            </a:extLst>
          </p:cNvPr>
          <p:cNvSpPr/>
          <p:nvPr/>
        </p:nvSpPr>
        <p:spPr>
          <a:xfrm>
            <a:off x="9832769" y="868675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7B226-D8C9-CE4E-A103-E7B1359F205A}"/>
              </a:ext>
            </a:extLst>
          </p:cNvPr>
          <p:cNvSpPr/>
          <p:nvPr/>
        </p:nvSpPr>
        <p:spPr>
          <a:xfrm>
            <a:off x="10781450" y="86142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2D8DC-EB6F-DA64-D945-68C71B2657A2}"/>
              </a:ext>
            </a:extLst>
          </p:cNvPr>
          <p:cNvSpPr/>
          <p:nvPr/>
        </p:nvSpPr>
        <p:spPr>
          <a:xfrm>
            <a:off x="7027460" y="8770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7581-1B43-7BEF-F831-80E47AFBE969}"/>
              </a:ext>
            </a:extLst>
          </p:cNvPr>
          <p:cNvSpPr txBox="1"/>
          <p:nvPr/>
        </p:nvSpPr>
        <p:spPr>
          <a:xfrm>
            <a:off x="5856642" y="967184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9160E-730A-A312-A9F3-F3FE6FA37CC3}"/>
              </a:ext>
            </a:extLst>
          </p:cNvPr>
          <p:cNvSpPr/>
          <p:nvPr/>
        </p:nvSpPr>
        <p:spPr>
          <a:xfrm>
            <a:off x="9957033" y="18088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0E536-F14B-8D14-5EC3-E9BEFD967E7E}"/>
              </a:ext>
            </a:extLst>
          </p:cNvPr>
          <p:cNvSpPr txBox="1"/>
          <p:nvPr/>
        </p:nvSpPr>
        <p:spPr>
          <a:xfrm>
            <a:off x="9745870" y="2447523"/>
            <a:ext cx="145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Element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6F7BCF-C901-E411-5748-EB4CF3E7435F}"/>
              </a:ext>
            </a:extLst>
          </p:cNvPr>
          <p:cNvSpPr/>
          <p:nvPr/>
        </p:nvSpPr>
        <p:spPr>
          <a:xfrm>
            <a:off x="6049105" y="1640911"/>
            <a:ext cx="1913206" cy="10922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For (pos=1 to max/pos&gt;0):</a:t>
            </a:r>
          </a:p>
          <a:p>
            <a:r>
              <a:rPr lang="en-US" sz="1100" dirty="0"/>
              <a:t>                         301/1  &gt;0</a:t>
            </a:r>
          </a:p>
          <a:p>
            <a:r>
              <a:rPr lang="en-US" sz="1100" dirty="0"/>
              <a:t>                           </a:t>
            </a:r>
            <a:r>
              <a:rPr lang="en-US" sz="1100" dirty="0">
                <a:highlight>
                  <a:srgbClr val="00FF00"/>
                </a:highlight>
              </a:rPr>
              <a:t>301  &gt; 0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countSort</a:t>
            </a:r>
            <a:r>
              <a:rPr lang="en-US" sz="1100" dirty="0"/>
              <a:t>(</a:t>
            </a:r>
            <a:r>
              <a:rPr lang="en-US" sz="1100" dirty="0" err="1"/>
              <a:t>a,n,pos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                  (</a:t>
            </a:r>
            <a:r>
              <a:rPr lang="en-US" sz="1100" dirty="0" err="1"/>
              <a:t>a,n</a:t>
            </a:r>
            <a:r>
              <a:rPr lang="en-US" sz="1100" dirty="0"/>
              <a:t>,  1 )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CAEF2-D1E5-5AAA-5AB8-B8B011B0A972}"/>
              </a:ext>
            </a:extLst>
          </p:cNvPr>
          <p:cNvSpPr txBox="1"/>
          <p:nvPr/>
        </p:nvSpPr>
        <p:spPr>
          <a:xfrm>
            <a:off x="6948612" y="4969687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4EFFE-9E68-75E6-5606-75C33A55E5C9}"/>
              </a:ext>
            </a:extLst>
          </p:cNvPr>
          <p:cNvSpPr txBox="1"/>
          <p:nvPr/>
        </p:nvSpPr>
        <p:spPr>
          <a:xfrm>
            <a:off x="7460929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A4F38-9794-F356-BA75-5E334F33133A}"/>
              </a:ext>
            </a:extLst>
          </p:cNvPr>
          <p:cNvSpPr txBox="1"/>
          <p:nvPr/>
        </p:nvSpPr>
        <p:spPr>
          <a:xfrm>
            <a:off x="7725846" y="5260993"/>
            <a:ext cx="671852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9D09BD-4DD0-7334-B9A7-E1513CD2D86E}"/>
              </a:ext>
            </a:extLst>
          </p:cNvPr>
          <p:cNvSpPr txBox="1"/>
          <p:nvPr/>
        </p:nvSpPr>
        <p:spPr>
          <a:xfrm>
            <a:off x="8381018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3CB57-8255-5495-C9A7-CBCC4C6074C9}"/>
              </a:ext>
            </a:extLst>
          </p:cNvPr>
          <p:cNvSpPr txBox="1"/>
          <p:nvPr/>
        </p:nvSpPr>
        <p:spPr>
          <a:xfrm>
            <a:off x="8859596" y="496461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E21BE-7E02-9572-B03A-32E56BB8FC38}"/>
              </a:ext>
            </a:extLst>
          </p:cNvPr>
          <p:cNvSpPr txBox="1"/>
          <p:nvPr/>
        </p:nvSpPr>
        <p:spPr>
          <a:xfrm>
            <a:off x="9315158" y="4945960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AA814-FBF4-B15F-E116-CB03FBB62876}"/>
              </a:ext>
            </a:extLst>
          </p:cNvPr>
          <p:cNvSpPr txBox="1"/>
          <p:nvPr/>
        </p:nvSpPr>
        <p:spPr>
          <a:xfrm>
            <a:off x="9614821" y="5235752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6C25CD-A01B-53FB-B10B-ACA8B9D3FFDC}"/>
              </a:ext>
            </a:extLst>
          </p:cNvPr>
          <p:cNvSpPr/>
          <p:nvPr/>
        </p:nvSpPr>
        <p:spPr>
          <a:xfrm>
            <a:off x="7386800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A558E-D31F-27E5-5571-3A3ADDFF599C}"/>
              </a:ext>
            </a:extLst>
          </p:cNvPr>
          <p:cNvSpPr/>
          <p:nvPr/>
        </p:nvSpPr>
        <p:spPr>
          <a:xfrm>
            <a:off x="785252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217C55-FD6C-CC71-8D30-D9098CED7793}"/>
              </a:ext>
            </a:extLst>
          </p:cNvPr>
          <p:cNvSpPr/>
          <p:nvPr/>
        </p:nvSpPr>
        <p:spPr>
          <a:xfrm>
            <a:off x="8320676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A51CD0-8526-127B-41BF-867979940251}"/>
              </a:ext>
            </a:extLst>
          </p:cNvPr>
          <p:cNvSpPr/>
          <p:nvPr/>
        </p:nvSpPr>
        <p:spPr>
          <a:xfrm>
            <a:off x="8823958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9665F2-135B-7916-F4FF-DA3EA61C94E8}"/>
              </a:ext>
            </a:extLst>
          </p:cNvPr>
          <p:cNvSpPr/>
          <p:nvPr/>
        </p:nvSpPr>
        <p:spPr>
          <a:xfrm>
            <a:off x="926680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E5F444-36E7-D1CD-2A29-ADEBBF44BE88}"/>
              </a:ext>
            </a:extLst>
          </p:cNvPr>
          <p:cNvSpPr/>
          <p:nvPr/>
        </p:nvSpPr>
        <p:spPr>
          <a:xfrm>
            <a:off x="9714630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7D6CF3-F3A4-8F79-B904-756C131EBDCA}"/>
              </a:ext>
            </a:extLst>
          </p:cNvPr>
          <p:cNvSpPr/>
          <p:nvPr/>
        </p:nvSpPr>
        <p:spPr>
          <a:xfrm>
            <a:off x="10157481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B06C81-9AD5-DFC1-6C4E-95414C11320C}"/>
              </a:ext>
            </a:extLst>
          </p:cNvPr>
          <p:cNvSpPr txBox="1"/>
          <p:nvPr/>
        </p:nvSpPr>
        <p:spPr>
          <a:xfrm>
            <a:off x="10193208" y="495782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B83B37-0BB2-C296-1BBD-A4738FF7F001}"/>
              </a:ext>
            </a:extLst>
          </p:cNvPr>
          <p:cNvSpPr/>
          <p:nvPr/>
        </p:nvSpPr>
        <p:spPr>
          <a:xfrm>
            <a:off x="10603965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A4009-0EF0-FBBB-65C0-D6A6BE067ECF}"/>
              </a:ext>
            </a:extLst>
          </p:cNvPr>
          <p:cNvSpPr txBox="1"/>
          <p:nvPr/>
        </p:nvSpPr>
        <p:spPr>
          <a:xfrm>
            <a:off x="10636015" y="4937828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7935B7-7501-6047-A6D9-A5F2A8B42F46}"/>
              </a:ext>
            </a:extLst>
          </p:cNvPr>
          <p:cNvSpPr/>
          <p:nvPr/>
        </p:nvSpPr>
        <p:spPr>
          <a:xfrm>
            <a:off x="693897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F102B8-447A-6DD9-C4EC-1780988A73E5}"/>
              </a:ext>
            </a:extLst>
          </p:cNvPr>
          <p:cNvSpPr/>
          <p:nvPr/>
        </p:nvSpPr>
        <p:spPr>
          <a:xfrm>
            <a:off x="11051785" y="561367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3EEFC4-05FF-A34C-BB78-A76F406B2CC3}"/>
              </a:ext>
            </a:extLst>
          </p:cNvPr>
          <p:cNvSpPr txBox="1"/>
          <p:nvPr/>
        </p:nvSpPr>
        <p:spPr>
          <a:xfrm>
            <a:off x="11153824" y="491783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803BAF-0DD5-AA08-5306-9869F00134B5}"/>
              </a:ext>
            </a:extLst>
          </p:cNvPr>
          <p:cNvSpPr txBox="1"/>
          <p:nvPr/>
        </p:nvSpPr>
        <p:spPr>
          <a:xfrm>
            <a:off x="8344280" y="6099551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946FF9-65A9-4069-CE04-F7EF9E0FE5F7}"/>
              </a:ext>
            </a:extLst>
          </p:cNvPr>
          <p:cNvSpPr/>
          <p:nvPr/>
        </p:nvSpPr>
        <p:spPr>
          <a:xfrm>
            <a:off x="7714066" y="2787883"/>
            <a:ext cx="2824859" cy="18696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C</a:t>
            </a:r>
            <a:r>
              <a:rPr lang="en-US" sz="1800" dirty="0"/>
              <a:t>ount[(M[</a:t>
            </a:r>
            <a:r>
              <a:rPr lang="en-US" sz="1800" dirty="0" err="1"/>
              <a:t>i</a:t>
            </a:r>
            <a:r>
              <a:rPr lang="en-US" sz="1800" dirty="0"/>
              <a:t>]/pos) % 10]++</a:t>
            </a:r>
          </a:p>
          <a:p>
            <a:pPr algn="ctr"/>
            <a:r>
              <a:rPr lang="en-US" sz="1800" dirty="0"/>
              <a:t>Count[(M[1]/pos)%10]++</a:t>
            </a:r>
          </a:p>
          <a:p>
            <a:pPr algn="ctr"/>
            <a:r>
              <a:rPr lang="en-US" dirty="0"/>
              <a:t>Count[(12/1)%10]++</a:t>
            </a:r>
          </a:p>
          <a:p>
            <a:pPr algn="ctr"/>
            <a:r>
              <a:rPr lang="en-US" dirty="0"/>
              <a:t>Count[12%10]++</a:t>
            </a:r>
          </a:p>
          <a:p>
            <a:pPr algn="ctr"/>
            <a:r>
              <a:rPr lang="en-US" dirty="0"/>
              <a:t>Count[2]++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48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// find the specific position digit and  Count occurrences of each digit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1.</a:t>
            </a:r>
            <a:r>
              <a:rPr lang="en-US" sz="1600" dirty="0">
                <a:highlight>
                  <a:srgbClr val="FFFF00"/>
                </a:highlight>
              </a:rPr>
              <a:t> 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 = 0 to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: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3. 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= </a:t>
            </a:r>
            <a:r>
              <a:rPr lang="en-US" sz="1600" dirty="0" err="1"/>
              <a:t>M.length</a:t>
            </a:r>
            <a:r>
              <a:rPr lang="en-US" sz="1600" dirty="0"/>
              <a:t> </a:t>
            </a:r>
            <a:r>
              <a:rPr lang="en-US" sz="1600" dirty="0" err="1"/>
              <a:t>downto</a:t>
            </a:r>
            <a:r>
              <a:rPr lang="en-US" sz="1600" dirty="0"/>
              <a:t> 1</a:t>
            </a:r>
          </a:p>
          <a:p>
            <a:r>
              <a:rPr lang="en-US" sz="1600" dirty="0"/>
              <a:t>     output[count[(M[</a:t>
            </a:r>
            <a:r>
              <a:rPr lang="en-US" sz="1600" dirty="0" err="1"/>
              <a:t>i</a:t>
            </a:r>
            <a:r>
              <a:rPr lang="en-US" sz="1600" dirty="0"/>
              <a:t>]/pos) % 10]-1] = M[</a:t>
            </a:r>
            <a:r>
              <a:rPr lang="en-US" sz="1600" dirty="0" err="1"/>
              <a:t>i</a:t>
            </a:r>
            <a:r>
              <a:rPr lang="en-US" sz="1600" dirty="0"/>
              <a:t>]     </a:t>
            </a:r>
          </a:p>
          <a:p>
            <a:r>
              <a:rPr lang="en-US" sz="1600" dirty="0"/>
              <a:t>     count[(M[</a:t>
            </a:r>
            <a:r>
              <a:rPr lang="en-US" sz="1600" dirty="0" err="1"/>
              <a:t>i</a:t>
            </a:r>
            <a:r>
              <a:rPr lang="en-US" sz="1600" dirty="0"/>
              <a:t>]/pos) % 10] = count[(M[</a:t>
            </a:r>
            <a:r>
              <a:rPr lang="en-US" sz="1600" dirty="0" err="1"/>
              <a:t>i</a:t>
            </a:r>
            <a:r>
              <a:rPr lang="en-US" sz="1600" dirty="0"/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D1B8F-35B3-7F69-7FD5-584F5DB453CB}"/>
              </a:ext>
            </a:extLst>
          </p:cNvPr>
          <p:cNvSpPr txBox="1"/>
          <p:nvPr/>
        </p:nvSpPr>
        <p:spPr>
          <a:xfrm>
            <a:off x="6880719" y="511988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BCED9-1534-06ED-D35B-04C4FD6B6F88}"/>
              </a:ext>
            </a:extLst>
          </p:cNvPr>
          <p:cNvSpPr txBox="1"/>
          <p:nvPr/>
        </p:nvSpPr>
        <p:spPr>
          <a:xfrm>
            <a:off x="7768247" y="4909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B3823-E2F5-F9D2-A6BB-CBBFE166399D}"/>
              </a:ext>
            </a:extLst>
          </p:cNvPr>
          <p:cNvSpPr txBox="1"/>
          <p:nvPr/>
        </p:nvSpPr>
        <p:spPr>
          <a:xfrm>
            <a:off x="8716023" y="46997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C23FC-7CC7-FB0E-36CC-591CE58A77C7}"/>
              </a:ext>
            </a:extLst>
          </p:cNvPr>
          <p:cNvSpPr txBox="1"/>
          <p:nvPr/>
        </p:nvSpPr>
        <p:spPr>
          <a:xfrm>
            <a:off x="9745870" y="46559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41A5-0B88-30B0-AF8E-3A200D2D042C}"/>
              </a:ext>
            </a:extLst>
          </p:cNvPr>
          <p:cNvSpPr txBox="1"/>
          <p:nvPr/>
        </p:nvSpPr>
        <p:spPr>
          <a:xfrm>
            <a:off x="10660701" y="46122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451B-E2B2-0060-8335-EE15331E936E}"/>
              </a:ext>
            </a:extLst>
          </p:cNvPr>
          <p:cNvSpPr/>
          <p:nvPr/>
        </p:nvSpPr>
        <p:spPr>
          <a:xfrm>
            <a:off x="7948423" y="86978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A8465E-7792-D9B2-0E0E-F159E4F88802}"/>
              </a:ext>
            </a:extLst>
          </p:cNvPr>
          <p:cNvSpPr/>
          <p:nvPr/>
        </p:nvSpPr>
        <p:spPr>
          <a:xfrm>
            <a:off x="8913852" y="8675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2485B-C521-A77E-BC7F-4FB2329442E2}"/>
              </a:ext>
            </a:extLst>
          </p:cNvPr>
          <p:cNvSpPr/>
          <p:nvPr/>
        </p:nvSpPr>
        <p:spPr>
          <a:xfrm>
            <a:off x="9832769" y="868675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7B226-D8C9-CE4E-A103-E7B1359F205A}"/>
              </a:ext>
            </a:extLst>
          </p:cNvPr>
          <p:cNvSpPr/>
          <p:nvPr/>
        </p:nvSpPr>
        <p:spPr>
          <a:xfrm>
            <a:off x="10781450" y="86142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2D8DC-EB6F-DA64-D945-68C71B2657A2}"/>
              </a:ext>
            </a:extLst>
          </p:cNvPr>
          <p:cNvSpPr/>
          <p:nvPr/>
        </p:nvSpPr>
        <p:spPr>
          <a:xfrm>
            <a:off x="7027460" y="8770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7581-1B43-7BEF-F831-80E47AFBE969}"/>
              </a:ext>
            </a:extLst>
          </p:cNvPr>
          <p:cNvSpPr txBox="1"/>
          <p:nvPr/>
        </p:nvSpPr>
        <p:spPr>
          <a:xfrm>
            <a:off x="5856642" y="967184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9160E-730A-A312-A9F3-F3FE6FA37CC3}"/>
              </a:ext>
            </a:extLst>
          </p:cNvPr>
          <p:cNvSpPr/>
          <p:nvPr/>
        </p:nvSpPr>
        <p:spPr>
          <a:xfrm>
            <a:off x="9957033" y="18088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0E536-F14B-8D14-5EC3-E9BEFD967E7E}"/>
              </a:ext>
            </a:extLst>
          </p:cNvPr>
          <p:cNvSpPr txBox="1"/>
          <p:nvPr/>
        </p:nvSpPr>
        <p:spPr>
          <a:xfrm>
            <a:off x="9745870" y="2447523"/>
            <a:ext cx="145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Element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6F7BCF-C901-E411-5748-EB4CF3E7435F}"/>
              </a:ext>
            </a:extLst>
          </p:cNvPr>
          <p:cNvSpPr/>
          <p:nvPr/>
        </p:nvSpPr>
        <p:spPr>
          <a:xfrm>
            <a:off x="6049105" y="1640911"/>
            <a:ext cx="1913206" cy="10922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For (pos=1 to max/pos&gt;0):</a:t>
            </a:r>
          </a:p>
          <a:p>
            <a:r>
              <a:rPr lang="en-US" sz="1100" dirty="0"/>
              <a:t>                         301/1  &gt;0</a:t>
            </a:r>
          </a:p>
          <a:p>
            <a:r>
              <a:rPr lang="en-US" sz="1100" dirty="0"/>
              <a:t>                           </a:t>
            </a:r>
            <a:r>
              <a:rPr lang="en-US" sz="1100" dirty="0">
                <a:highlight>
                  <a:srgbClr val="00FF00"/>
                </a:highlight>
              </a:rPr>
              <a:t>301  &gt; 0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countSort</a:t>
            </a:r>
            <a:r>
              <a:rPr lang="en-US" sz="1100" dirty="0"/>
              <a:t>(</a:t>
            </a:r>
            <a:r>
              <a:rPr lang="en-US" sz="1100" dirty="0" err="1"/>
              <a:t>a,n,pos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                  (</a:t>
            </a:r>
            <a:r>
              <a:rPr lang="en-US" sz="1100" dirty="0" err="1"/>
              <a:t>a,n</a:t>
            </a:r>
            <a:r>
              <a:rPr lang="en-US" sz="1100" dirty="0"/>
              <a:t>,  1 )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CAEF2-D1E5-5AAA-5AB8-B8B011B0A972}"/>
              </a:ext>
            </a:extLst>
          </p:cNvPr>
          <p:cNvSpPr txBox="1"/>
          <p:nvPr/>
        </p:nvSpPr>
        <p:spPr>
          <a:xfrm>
            <a:off x="6948612" y="4969687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4EFFE-9E68-75E6-5606-75C33A55E5C9}"/>
              </a:ext>
            </a:extLst>
          </p:cNvPr>
          <p:cNvSpPr txBox="1"/>
          <p:nvPr/>
        </p:nvSpPr>
        <p:spPr>
          <a:xfrm>
            <a:off x="7460929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A4F38-9794-F356-BA75-5E334F33133A}"/>
              </a:ext>
            </a:extLst>
          </p:cNvPr>
          <p:cNvSpPr txBox="1"/>
          <p:nvPr/>
        </p:nvSpPr>
        <p:spPr>
          <a:xfrm>
            <a:off x="7725846" y="5260993"/>
            <a:ext cx="671852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9D09BD-4DD0-7334-B9A7-E1513CD2D86E}"/>
              </a:ext>
            </a:extLst>
          </p:cNvPr>
          <p:cNvSpPr txBox="1"/>
          <p:nvPr/>
        </p:nvSpPr>
        <p:spPr>
          <a:xfrm>
            <a:off x="8381018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3CB57-8255-5495-C9A7-CBCC4C6074C9}"/>
              </a:ext>
            </a:extLst>
          </p:cNvPr>
          <p:cNvSpPr txBox="1"/>
          <p:nvPr/>
        </p:nvSpPr>
        <p:spPr>
          <a:xfrm>
            <a:off x="8859596" y="496461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E21BE-7E02-9572-B03A-32E56BB8FC38}"/>
              </a:ext>
            </a:extLst>
          </p:cNvPr>
          <p:cNvSpPr txBox="1"/>
          <p:nvPr/>
        </p:nvSpPr>
        <p:spPr>
          <a:xfrm>
            <a:off x="9315158" y="4945960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AA814-FBF4-B15F-E116-CB03FBB62876}"/>
              </a:ext>
            </a:extLst>
          </p:cNvPr>
          <p:cNvSpPr txBox="1"/>
          <p:nvPr/>
        </p:nvSpPr>
        <p:spPr>
          <a:xfrm>
            <a:off x="9614821" y="5235752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6C25CD-A01B-53FB-B10B-ACA8B9D3FFDC}"/>
              </a:ext>
            </a:extLst>
          </p:cNvPr>
          <p:cNvSpPr/>
          <p:nvPr/>
        </p:nvSpPr>
        <p:spPr>
          <a:xfrm>
            <a:off x="7386800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A558E-D31F-27E5-5571-3A3ADDFF599C}"/>
              </a:ext>
            </a:extLst>
          </p:cNvPr>
          <p:cNvSpPr/>
          <p:nvPr/>
        </p:nvSpPr>
        <p:spPr>
          <a:xfrm>
            <a:off x="785252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217C55-FD6C-CC71-8D30-D9098CED7793}"/>
              </a:ext>
            </a:extLst>
          </p:cNvPr>
          <p:cNvSpPr/>
          <p:nvPr/>
        </p:nvSpPr>
        <p:spPr>
          <a:xfrm>
            <a:off x="8320676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A51CD0-8526-127B-41BF-867979940251}"/>
              </a:ext>
            </a:extLst>
          </p:cNvPr>
          <p:cNvSpPr/>
          <p:nvPr/>
        </p:nvSpPr>
        <p:spPr>
          <a:xfrm>
            <a:off x="8823958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9665F2-135B-7916-F4FF-DA3EA61C94E8}"/>
              </a:ext>
            </a:extLst>
          </p:cNvPr>
          <p:cNvSpPr/>
          <p:nvPr/>
        </p:nvSpPr>
        <p:spPr>
          <a:xfrm>
            <a:off x="926680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E5F444-36E7-D1CD-2A29-ADEBBF44BE88}"/>
              </a:ext>
            </a:extLst>
          </p:cNvPr>
          <p:cNvSpPr/>
          <p:nvPr/>
        </p:nvSpPr>
        <p:spPr>
          <a:xfrm>
            <a:off x="9714630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7D6CF3-F3A4-8F79-B904-756C131EBDCA}"/>
              </a:ext>
            </a:extLst>
          </p:cNvPr>
          <p:cNvSpPr/>
          <p:nvPr/>
        </p:nvSpPr>
        <p:spPr>
          <a:xfrm>
            <a:off x="10157481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B06C81-9AD5-DFC1-6C4E-95414C11320C}"/>
              </a:ext>
            </a:extLst>
          </p:cNvPr>
          <p:cNvSpPr txBox="1"/>
          <p:nvPr/>
        </p:nvSpPr>
        <p:spPr>
          <a:xfrm>
            <a:off x="10193208" y="495782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B83B37-0BB2-C296-1BBD-A4738FF7F001}"/>
              </a:ext>
            </a:extLst>
          </p:cNvPr>
          <p:cNvSpPr/>
          <p:nvPr/>
        </p:nvSpPr>
        <p:spPr>
          <a:xfrm>
            <a:off x="10603965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A4009-0EF0-FBBB-65C0-D6A6BE067ECF}"/>
              </a:ext>
            </a:extLst>
          </p:cNvPr>
          <p:cNvSpPr txBox="1"/>
          <p:nvPr/>
        </p:nvSpPr>
        <p:spPr>
          <a:xfrm>
            <a:off x="10636015" y="4937828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7935B7-7501-6047-A6D9-A5F2A8B42F46}"/>
              </a:ext>
            </a:extLst>
          </p:cNvPr>
          <p:cNvSpPr/>
          <p:nvPr/>
        </p:nvSpPr>
        <p:spPr>
          <a:xfrm>
            <a:off x="693897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F102B8-447A-6DD9-C4EC-1780988A73E5}"/>
              </a:ext>
            </a:extLst>
          </p:cNvPr>
          <p:cNvSpPr/>
          <p:nvPr/>
        </p:nvSpPr>
        <p:spPr>
          <a:xfrm>
            <a:off x="11051785" y="561367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3EEFC4-05FF-A34C-BB78-A76F406B2CC3}"/>
              </a:ext>
            </a:extLst>
          </p:cNvPr>
          <p:cNvSpPr txBox="1"/>
          <p:nvPr/>
        </p:nvSpPr>
        <p:spPr>
          <a:xfrm>
            <a:off x="11153824" y="491783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803BAF-0DD5-AA08-5306-9869F00134B5}"/>
              </a:ext>
            </a:extLst>
          </p:cNvPr>
          <p:cNvSpPr txBox="1"/>
          <p:nvPr/>
        </p:nvSpPr>
        <p:spPr>
          <a:xfrm>
            <a:off x="8344280" y="6099551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946FF9-65A9-4069-CE04-F7EF9E0FE5F7}"/>
              </a:ext>
            </a:extLst>
          </p:cNvPr>
          <p:cNvSpPr/>
          <p:nvPr/>
        </p:nvSpPr>
        <p:spPr>
          <a:xfrm>
            <a:off x="7714066" y="2787883"/>
            <a:ext cx="2824859" cy="18696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C</a:t>
            </a:r>
            <a:r>
              <a:rPr lang="en-US" sz="1800" dirty="0"/>
              <a:t>ount[(M[</a:t>
            </a:r>
            <a:r>
              <a:rPr lang="en-US" sz="1800" dirty="0" err="1"/>
              <a:t>i</a:t>
            </a:r>
            <a:r>
              <a:rPr lang="en-US" sz="1800" dirty="0"/>
              <a:t>]/pos) % 10]++</a:t>
            </a:r>
          </a:p>
          <a:p>
            <a:pPr algn="ctr"/>
            <a:r>
              <a:rPr lang="en-US" sz="1800" dirty="0"/>
              <a:t>Count[(M[1]/pos)%10]++</a:t>
            </a:r>
          </a:p>
          <a:p>
            <a:pPr algn="ctr"/>
            <a:r>
              <a:rPr lang="en-US" dirty="0"/>
              <a:t>Count[(12/1)%10]++</a:t>
            </a:r>
          </a:p>
          <a:p>
            <a:pPr algn="ctr"/>
            <a:r>
              <a:rPr lang="en-US" dirty="0"/>
              <a:t>Count[12%10]++</a:t>
            </a:r>
          </a:p>
          <a:p>
            <a:pPr algn="ctr"/>
            <a:r>
              <a:rPr lang="en-US" dirty="0"/>
              <a:t>Count[2]++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306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// find the specific position digit and  Count occurrences of each digit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1.</a:t>
            </a:r>
            <a:r>
              <a:rPr lang="en-US" sz="1600" dirty="0">
                <a:highlight>
                  <a:srgbClr val="FFFF00"/>
                </a:highlight>
              </a:rPr>
              <a:t> 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 = 0 to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: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3. 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= </a:t>
            </a:r>
            <a:r>
              <a:rPr lang="en-US" sz="1600" dirty="0" err="1"/>
              <a:t>M.length</a:t>
            </a:r>
            <a:r>
              <a:rPr lang="en-US" sz="1600" dirty="0"/>
              <a:t> </a:t>
            </a:r>
            <a:r>
              <a:rPr lang="en-US" sz="1600" dirty="0" err="1"/>
              <a:t>downto</a:t>
            </a:r>
            <a:r>
              <a:rPr lang="en-US" sz="1600" dirty="0"/>
              <a:t> 1</a:t>
            </a:r>
          </a:p>
          <a:p>
            <a:r>
              <a:rPr lang="en-US" sz="1600" dirty="0"/>
              <a:t>     output[count[(M[</a:t>
            </a:r>
            <a:r>
              <a:rPr lang="en-US" sz="1600" dirty="0" err="1"/>
              <a:t>i</a:t>
            </a:r>
            <a:r>
              <a:rPr lang="en-US" sz="1600" dirty="0"/>
              <a:t>]/pos) % 10]-1] = M[</a:t>
            </a:r>
            <a:r>
              <a:rPr lang="en-US" sz="1600" dirty="0" err="1"/>
              <a:t>i</a:t>
            </a:r>
            <a:r>
              <a:rPr lang="en-US" sz="1600" dirty="0"/>
              <a:t>]     </a:t>
            </a:r>
          </a:p>
          <a:p>
            <a:r>
              <a:rPr lang="en-US" sz="1600" dirty="0"/>
              <a:t>     count[(M[</a:t>
            </a:r>
            <a:r>
              <a:rPr lang="en-US" sz="1600" dirty="0" err="1"/>
              <a:t>i</a:t>
            </a:r>
            <a:r>
              <a:rPr lang="en-US" sz="1600" dirty="0"/>
              <a:t>]/pos) % 10] = count[(M[</a:t>
            </a:r>
            <a:r>
              <a:rPr lang="en-US" sz="1600" dirty="0" err="1"/>
              <a:t>i</a:t>
            </a:r>
            <a:r>
              <a:rPr lang="en-US" sz="1600" dirty="0"/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D1B8F-35B3-7F69-7FD5-584F5DB453CB}"/>
              </a:ext>
            </a:extLst>
          </p:cNvPr>
          <p:cNvSpPr txBox="1"/>
          <p:nvPr/>
        </p:nvSpPr>
        <p:spPr>
          <a:xfrm>
            <a:off x="6880719" y="511988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BCED9-1534-06ED-D35B-04C4FD6B6F88}"/>
              </a:ext>
            </a:extLst>
          </p:cNvPr>
          <p:cNvSpPr txBox="1"/>
          <p:nvPr/>
        </p:nvSpPr>
        <p:spPr>
          <a:xfrm>
            <a:off x="7768247" y="4909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B3823-E2F5-F9D2-A6BB-CBBFE166399D}"/>
              </a:ext>
            </a:extLst>
          </p:cNvPr>
          <p:cNvSpPr txBox="1"/>
          <p:nvPr/>
        </p:nvSpPr>
        <p:spPr>
          <a:xfrm>
            <a:off x="8716023" y="46997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C23FC-7CC7-FB0E-36CC-591CE58A77C7}"/>
              </a:ext>
            </a:extLst>
          </p:cNvPr>
          <p:cNvSpPr txBox="1"/>
          <p:nvPr/>
        </p:nvSpPr>
        <p:spPr>
          <a:xfrm>
            <a:off x="9745870" y="46559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41A5-0B88-30B0-AF8E-3A200D2D042C}"/>
              </a:ext>
            </a:extLst>
          </p:cNvPr>
          <p:cNvSpPr txBox="1"/>
          <p:nvPr/>
        </p:nvSpPr>
        <p:spPr>
          <a:xfrm>
            <a:off x="10660701" y="46122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451B-E2B2-0060-8335-EE15331E936E}"/>
              </a:ext>
            </a:extLst>
          </p:cNvPr>
          <p:cNvSpPr/>
          <p:nvPr/>
        </p:nvSpPr>
        <p:spPr>
          <a:xfrm>
            <a:off x="7948423" y="86978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A8465E-7792-D9B2-0E0E-F159E4F88802}"/>
              </a:ext>
            </a:extLst>
          </p:cNvPr>
          <p:cNvSpPr/>
          <p:nvPr/>
        </p:nvSpPr>
        <p:spPr>
          <a:xfrm>
            <a:off x="8913852" y="8675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2485B-C521-A77E-BC7F-4FB2329442E2}"/>
              </a:ext>
            </a:extLst>
          </p:cNvPr>
          <p:cNvSpPr/>
          <p:nvPr/>
        </p:nvSpPr>
        <p:spPr>
          <a:xfrm>
            <a:off x="9832769" y="868675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7B226-D8C9-CE4E-A103-E7B1359F205A}"/>
              </a:ext>
            </a:extLst>
          </p:cNvPr>
          <p:cNvSpPr/>
          <p:nvPr/>
        </p:nvSpPr>
        <p:spPr>
          <a:xfrm>
            <a:off x="10781450" y="86142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2D8DC-EB6F-DA64-D945-68C71B2657A2}"/>
              </a:ext>
            </a:extLst>
          </p:cNvPr>
          <p:cNvSpPr/>
          <p:nvPr/>
        </p:nvSpPr>
        <p:spPr>
          <a:xfrm>
            <a:off x="7027460" y="8770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7581-1B43-7BEF-F831-80E47AFBE969}"/>
              </a:ext>
            </a:extLst>
          </p:cNvPr>
          <p:cNvSpPr txBox="1"/>
          <p:nvPr/>
        </p:nvSpPr>
        <p:spPr>
          <a:xfrm>
            <a:off x="5856642" y="967184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9160E-730A-A312-A9F3-F3FE6FA37CC3}"/>
              </a:ext>
            </a:extLst>
          </p:cNvPr>
          <p:cNvSpPr/>
          <p:nvPr/>
        </p:nvSpPr>
        <p:spPr>
          <a:xfrm>
            <a:off x="9957033" y="18088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0E536-F14B-8D14-5EC3-E9BEFD967E7E}"/>
              </a:ext>
            </a:extLst>
          </p:cNvPr>
          <p:cNvSpPr txBox="1"/>
          <p:nvPr/>
        </p:nvSpPr>
        <p:spPr>
          <a:xfrm>
            <a:off x="9745870" y="2447523"/>
            <a:ext cx="145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Element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6F7BCF-C901-E411-5748-EB4CF3E7435F}"/>
              </a:ext>
            </a:extLst>
          </p:cNvPr>
          <p:cNvSpPr/>
          <p:nvPr/>
        </p:nvSpPr>
        <p:spPr>
          <a:xfrm>
            <a:off x="6049105" y="1640911"/>
            <a:ext cx="1913206" cy="10922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For (pos=1 to max/pos&gt;0):</a:t>
            </a:r>
          </a:p>
          <a:p>
            <a:r>
              <a:rPr lang="en-US" sz="1100" dirty="0"/>
              <a:t>                         301/1  &gt;0</a:t>
            </a:r>
          </a:p>
          <a:p>
            <a:r>
              <a:rPr lang="en-US" sz="1100" dirty="0"/>
              <a:t>                           </a:t>
            </a:r>
            <a:r>
              <a:rPr lang="en-US" sz="1100" dirty="0">
                <a:highlight>
                  <a:srgbClr val="00FF00"/>
                </a:highlight>
              </a:rPr>
              <a:t>301  &gt; 0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countSort</a:t>
            </a:r>
            <a:r>
              <a:rPr lang="en-US" sz="1100" dirty="0"/>
              <a:t>(</a:t>
            </a:r>
            <a:r>
              <a:rPr lang="en-US" sz="1100" dirty="0" err="1"/>
              <a:t>a,n,pos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                  (</a:t>
            </a:r>
            <a:r>
              <a:rPr lang="en-US" sz="1100" dirty="0" err="1"/>
              <a:t>a,n</a:t>
            </a:r>
            <a:r>
              <a:rPr lang="en-US" sz="1100" dirty="0"/>
              <a:t>,  1 )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CAEF2-D1E5-5AAA-5AB8-B8B011B0A972}"/>
              </a:ext>
            </a:extLst>
          </p:cNvPr>
          <p:cNvSpPr txBox="1"/>
          <p:nvPr/>
        </p:nvSpPr>
        <p:spPr>
          <a:xfrm>
            <a:off x="6948612" y="4969687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4EFFE-9E68-75E6-5606-75C33A55E5C9}"/>
              </a:ext>
            </a:extLst>
          </p:cNvPr>
          <p:cNvSpPr txBox="1"/>
          <p:nvPr/>
        </p:nvSpPr>
        <p:spPr>
          <a:xfrm>
            <a:off x="7460929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A4F38-9794-F356-BA75-5E334F33133A}"/>
              </a:ext>
            </a:extLst>
          </p:cNvPr>
          <p:cNvSpPr txBox="1"/>
          <p:nvPr/>
        </p:nvSpPr>
        <p:spPr>
          <a:xfrm>
            <a:off x="7725846" y="5260993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9D09BD-4DD0-7334-B9A7-E1513CD2D86E}"/>
              </a:ext>
            </a:extLst>
          </p:cNvPr>
          <p:cNvSpPr txBox="1"/>
          <p:nvPr/>
        </p:nvSpPr>
        <p:spPr>
          <a:xfrm>
            <a:off x="8381018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3CB57-8255-5495-C9A7-CBCC4C6074C9}"/>
              </a:ext>
            </a:extLst>
          </p:cNvPr>
          <p:cNvSpPr txBox="1"/>
          <p:nvPr/>
        </p:nvSpPr>
        <p:spPr>
          <a:xfrm>
            <a:off x="8859596" y="496461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E21BE-7E02-9572-B03A-32E56BB8FC38}"/>
              </a:ext>
            </a:extLst>
          </p:cNvPr>
          <p:cNvSpPr txBox="1"/>
          <p:nvPr/>
        </p:nvSpPr>
        <p:spPr>
          <a:xfrm>
            <a:off x="9315158" y="4945960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AA814-FBF4-B15F-E116-CB03FBB62876}"/>
              </a:ext>
            </a:extLst>
          </p:cNvPr>
          <p:cNvSpPr txBox="1"/>
          <p:nvPr/>
        </p:nvSpPr>
        <p:spPr>
          <a:xfrm>
            <a:off x="9614821" y="5235752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6C25CD-A01B-53FB-B10B-ACA8B9D3FFDC}"/>
              </a:ext>
            </a:extLst>
          </p:cNvPr>
          <p:cNvSpPr/>
          <p:nvPr/>
        </p:nvSpPr>
        <p:spPr>
          <a:xfrm>
            <a:off x="7386800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A558E-D31F-27E5-5571-3A3ADDFF599C}"/>
              </a:ext>
            </a:extLst>
          </p:cNvPr>
          <p:cNvSpPr/>
          <p:nvPr/>
        </p:nvSpPr>
        <p:spPr>
          <a:xfrm>
            <a:off x="785252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217C55-FD6C-CC71-8D30-D9098CED7793}"/>
              </a:ext>
            </a:extLst>
          </p:cNvPr>
          <p:cNvSpPr/>
          <p:nvPr/>
        </p:nvSpPr>
        <p:spPr>
          <a:xfrm>
            <a:off x="8320676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A51CD0-8526-127B-41BF-867979940251}"/>
              </a:ext>
            </a:extLst>
          </p:cNvPr>
          <p:cNvSpPr/>
          <p:nvPr/>
        </p:nvSpPr>
        <p:spPr>
          <a:xfrm>
            <a:off x="8823958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9665F2-135B-7916-F4FF-DA3EA61C94E8}"/>
              </a:ext>
            </a:extLst>
          </p:cNvPr>
          <p:cNvSpPr/>
          <p:nvPr/>
        </p:nvSpPr>
        <p:spPr>
          <a:xfrm>
            <a:off x="926680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E5F444-36E7-D1CD-2A29-ADEBBF44BE88}"/>
              </a:ext>
            </a:extLst>
          </p:cNvPr>
          <p:cNvSpPr/>
          <p:nvPr/>
        </p:nvSpPr>
        <p:spPr>
          <a:xfrm>
            <a:off x="9714630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7D6CF3-F3A4-8F79-B904-756C131EBDCA}"/>
              </a:ext>
            </a:extLst>
          </p:cNvPr>
          <p:cNvSpPr/>
          <p:nvPr/>
        </p:nvSpPr>
        <p:spPr>
          <a:xfrm>
            <a:off x="10157481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B06C81-9AD5-DFC1-6C4E-95414C11320C}"/>
              </a:ext>
            </a:extLst>
          </p:cNvPr>
          <p:cNvSpPr txBox="1"/>
          <p:nvPr/>
        </p:nvSpPr>
        <p:spPr>
          <a:xfrm>
            <a:off x="10193208" y="495782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B83B37-0BB2-C296-1BBD-A4738FF7F001}"/>
              </a:ext>
            </a:extLst>
          </p:cNvPr>
          <p:cNvSpPr/>
          <p:nvPr/>
        </p:nvSpPr>
        <p:spPr>
          <a:xfrm>
            <a:off x="10603965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A4009-0EF0-FBBB-65C0-D6A6BE067ECF}"/>
              </a:ext>
            </a:extLst>
          </p:cNvPr>
          <p:cNvSpPr txBox="1"/>
          <p:nvPr/>
        </p:nvSpPr>
        <p:spPr>
          <a:xfrm>
            <a:off x="10636015" y="4937828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7935B7-7501-6047-A6D9-A5F2A8B42F46}"/>
              </a:ext>
            </a:extLst>
          </p:cNvPr>
          <p:cNvSpPr/>
          <p:nvPr/>
        </p:nvSpPr>
        <p:spPr>
          <a:xfrm>
            <a:off x="693897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F102B8-447A-6DD9-C4EC-1780988A73E5}"/>
              </a:ext>
            </a:extLst>
          </p:cNvPr>
          <p:cNvSpPr/>
          <p:nvPr/>
        </p:nvSpPr>
        <p:spPr>
          <a:xfrm>
            <a:off x="11051785" y="561367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3EEFC4-05FF-A34C-BB78-A76F406B2CC3}"/>
              </a:ext>
            </a:extLst>
          </p:cNvPr>
          <p:cNvSpPr txBox="1"/>
          <p:nvPr/>
        </p:nvSpPr>
        <p:spPr>
          <a:xfrm>
            <a:off x="11153824" y="491783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803BAF-0DD5-AA08-5306-9869F00134B5}"/>
              </a:ext>
            </a:extLst>
          </p:cNvPr>
          <p:cNvSpPr txBox="1"/>
          <p:nvPr/>
        </p:nvSpPr>
        <p:spPr>
          <a:xfrm>
            <a:off x="8344280" y="6099551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946FF9-65A9-4069-CE04-F7EF9E0FE5F7}"/>
              </a:ext>
            </a:extLst>
          </p:cNvPr>
          <p:cNvSpPr/>
          <p:nvPr/>
        </p:nvSpPr>
        <p:spPr>
          <a:xfrm>
            <a:off x="7714066" y="2787883"/>
            <a:ext cx="2824859" cy="18696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C</a:t>
            </a:r>
            <a:r>
              <a:rPr lang="en-US" sz="1800" dirty="0"/>
              <a:t>ount[(M[</a:t>
            </a:r>
            <a:r>
              <a:rPr lang="en-US" sz="1800" dirty="0" err="1"/>
              <a:t>i</a:t>
            </a:r>
            <a:r>
              <a:rPr lang="en-US" sz="1800" dirty="0"/>
              <a:t>]/pos) % 10]++</a:t>
            </a:r>
          </a:p>
          <a:p>
            <a:pPr algn="ctr"/>
            <a:r>
              <a:rPr lang="en-US" sz="1800" dirty="0"/>
              <a:t>Count[(M[2]/pos)%10]++</a:t>
            </a:r>
          </a:p>
          <a:p>
            <a:pPr algn="ctr"/>
            <a:r>
              <a:rPr lang="en-US" dirty="0"/>
              <a:t>Count[(55/1)%10]++</a:t>
            </a:r>
          </a:p>
          <a:p>
            <a:pPr algn="ctr"/>
            <a:r>
              <a:rPr lang="en-US" dirty="0"/>
              <a:t>Count[55%10]++</a:t>
            </a:r>
          </a:p>
          <a:p>
            <a:pPr algn="ctr"/>
            <a:r>
              <a:rPr lang="en-US" dirty="0"/>
              <a:t>Count[5]++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646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</a:t>
            </a:r>
            <a:r>
              <a:rPr lang="en-US" sz="1600" dirty="0">
                <a:highlight>
                  <a:srgbClr val="FFFF00"/>
                </a:highlight>
              </a:rPr>
              <a:t>// find the specific position digit and  Count occurrences of each digit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1.</a:t>
            </a:r>
            <a:r>
              <a:rPr lang="en-US" sz="1600" dirty="0">
                <a:highlight>
                  <a:srgbClr val="FFFF00"/>
                </a:highlight>
              </a:rPr>
              <a:t> 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 = 0 to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: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3. 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= </a:t>
            </a:r>
            <a:r>
              <a:rPr lang="en-US" sz="1600" dirty="0" err="1"/>
              <a:t>M.length</a:t>
            </a:r>
            <a:r>
              <a:rPr lang="en-US" sz="1600" dirty="0"/>
              <a:t> </a:t>
            </a:r>
            <a:r>
              <a:rPr lang="en-US" sz="1600" dirty="0" err="1"/>
              <a:t>downto</a:t>
            </a:r>
            <a:r>
              <a:rPr lang="en-US" sz="1600" dirty="0"/>
              <a:t> 1</a:t>
            </a:r>
          </a:p>
          <a:p>
            <a:r>
              <a:rPr lang="en-US" sz="1600" dirty="0"/>
              <a:t>     output[count[(M[</a:t>
            </a:r>
            <a:r>
              <a:rPr lang="en-US" sz="1600" dirty="0" err="1"/>
              <a:t>i</a:t>
            </a:r>
            <a:r>
              <a:rPr lang="en-US" sz="1600" dirty="0"/>
              <a:t>]/pos) % 10]-1] = M[</a:t>
            </a:r>
            <a:r>
              <a:rPr lang="en-US" sz="1600" dirty="0" err="1"/>
              <a:t>i</a:t>
            </a:r>
            <a:r>
              <a:rPr lang="en-US" sz="1600" dirty="0"/>
              <a:t>]     </a:t>
            </a:r>
          </a:p>
          <a:p>
            <a:r>
              <a:rPr lang="en-US" sz="1600" dirty="0"/>
              <a:t>     count[(M[</a:t>
            </a:r>
            <a:r>
              <a:rPr lang="en-US" sz="1600" dirty="0" err="1"/>
              <a:t>i</a:t>
            </a:r>
            <a:r>
              <a:rPr lang="en-US" sz="1600" dirty="0"/>
              <a:t>]/pos) % 10] = count[(M[</a:t>
            </a:r>
            <a:r>
              <a:rPr lang="en-US" sz="1600" dirty="0" err="1"/>
              <a:t>i</a:t>
            </a:r>
            <a:r>
              <a:rPr lang="en-US" sz="1600" dirty="0"/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D1B8F-35B3-7F69-7FD5-584F5DB453CB}"/>
              </a:ext>
            </a:extLst>
          </p:cNvPr>
          <p:cNvSpPr txBox="1"/>
          <p:nvPr/>
        </p:nvSpPr>
        <p:spPr>
          <a:xfrm>
            <a:off x="6880719" y="511988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BCED9-1534-06ED-D35B-04C4FD6B6F88}"/>
              </a:ext>
            </a:extLst>
          </p:cNvPr>
          <p:cNvSpPr txBox="1"/>
          <p:nvPr/>
        </p:nvSpPr>
        <p:spPr>
          <a:xfrm>
            <a:off x="7768247" y="4909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B3823-E2F5-F9D2-A6BB-CBBFE166399D}"/>
              </a:ext>
            </a:extLst>
          </p:cNvPr>
          <p:cNvSpPr txBox="1"/>
          <p:nvPr/>
        </p:nvSpPr>
        <p:spPr>
          <a:xfrm>
            <a:off x="8716023" y="46997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C23FC-7CC7-FB0E-36CC-591CE58A77C7}"/>
              </a:ext>
            </a:extLst>
          </p:cNvPr>
          <p:cNvSpPr txBox="1"/>
          <p:nvPr/>
        </p:nvSpPr>
        <p:spPr>
          <a:xfrm>
            <a:off x="9745870" y="46559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41A5-0B88-30B0-AF8E-3A200D2D042C}"/>
              </a:ext>
            </a:extLst>
          </p:cNvPr>
          <p:cNvSpPr txBox="1"/>
          <p:nvPr/>
        </p:nvSpPr>
        <p:spPr>
          <a:xfrm>
            <a:off x="10660701" y="46122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451B-E2B2-0060-8335-EE15331E936E}"/>
              </a:ext>
            </a:extLst>
          </p:cNvPr>
          <p:cNvSpPr/>
          <p:nvPr/>
        </p:nvSpPr>
        <p:spPr>
          <a:xfrm>
            <a:off x="7948423" y="86978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A8465E-7792-D9B2-0E0E-F159E4F88802}"/>
              </a:ext>
            </a:extLst>
          </p:cNvPr>
          <p:cNvSpPr/>
          <p:nvPr/>
        </p:nvSpPr>
        <p:spPr>
          <a:xfrm>
            <a:off x="8913852" y="8675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2485B-C521-A77E-BC7F-4FB2329442E2}"/>
              </a:ext>
            </a:extLst>
          </p:cNvPr>
          <p:cNvSpPr/>
          <p:nvPr/>
        </p:nvSpPr>
        <p:spPr>
          <a:xfrm>
            <a:off x="9832769" y="868675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7B226-D8C9-CE4E-A103-E7B1359F205A}"/>
              </a:ext>
            </a:extLst>
          </p:cNvPr>
          <p:cNvSpPr/>
          <p:nvPr/>
        </p:nvSpPr>
        <p:spPr>
          <a:xfrm>
            <a:off x="10781450" y="86142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2D8DC-EB6F-DA64-D945-68C71B2657A2}"/>
              </a:ext>
            </a:extLst>
          </p:cNvPr>
          <p:cNvSpPr/>
          <p:nvPr/>
        </p:nvSpPr>
        <p:spPr>
          <a:xfrm>
            <a:off x="7027460" y="8770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7581-1B43-7BEF-F831-80E47AFBE969}"/>
              </a:ext>
            </a:extLst>
          </p:cNvPr>
          <p:cNvSpPr txBox="1"/>
          <p:nvPr/>
        </p:nvSpPr>
        <p:spPr>
          <a:xfrm>
            <a:off x="5856642" y="967184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9160E-730A-A312-A9F3-F3FE6FA37CC3}"/>
              </a:ext>
            </a:extLst>
          </p:cNvPr>
          <p:cNvSpPr/>
          <p:nvPr/>
        </p:nvSpPr>
        <p:spPr>
          <a:xfrm>
            <a:off x="9957033" y="18088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0E536-F14B-8D14-5EC3-E9BEFD967E7E}"/>
              </a:ext>
            </a:extLst>
          </p:cNvPr>
          <p:cNvSpPr txBox="1"/>
          <p:nvPr/>
        </p:nvSpPr>
        <p:spPr>
          <a:xfrm>
            <a:off x="9745870" y="2447523"/>
            <a:ext cx="145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Element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6F7BCF-C901-E411-5748-EB4CF3E7435F}"/>
              </a:ext>
            </a:extLst>
          </p:cNvPr>
          <p:cNvSpPr/>
          <p:nvPr/>
        </p:nvSpPr>
        <p:spPr>
          <a:xfrm>
            <a:off x="6049105" y="1640911"/>
            <a:ext cx="1913206" cy="10922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For (pos=1 to max/pos&gt;0):</a:t>
            </a:r>
          </a:p>
          <a:p>
            <a:r>
              <a:rPr lang="en-US" sz="1100" dirty="0"/>
              <a:t>                         301/1  &gt;0</a:t>
            </a:r>
          </a:p>
          <a:p>
            <a:r>
              <a:rPr lang="en-US" sz="1100" dirty="0"/>
              <a:t>                           </a:t>
            </a:r>
            <a:r>
              <a:rPr lang="en-US" sz="1100" dirty="0">
                <a:highlight>
                  <a:srgbClr val="00FF00"/>
                </a:highlight>
              </a:rPr>
              <a:t>301  &gt; 0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countSort</a:t>
            </a:r>
            <a:r>
              <a:rPr lang="en-US" sz="1100" dirty="0"/>
              <a:t>(</a:t>
            </a:r>
            <a:r>
              <a:rPr lang="en-US" sz="1100" dirty="0" err="1"/>
              <a:t>a,n,pos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                  (</a:t>
            </a:r>
            <a:r>
              <a:rPr lang="en-US" sz="1100" dirty="0" err="1"/>
              <a:t>a,n</a:t>
            </a:r>
            <a:r>
              <a:rPr lang="en-US" sz="1100" dirty="0"/>
              <a:t>,  1 )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CAEF2-D1E5-5AAA-5AB8-B8B011B0A972}"/>
              </a:ext>
            </a:extLst>
          </p:cNvPr>
          <p:cNvSpPr txBox="1"/>
          <p:nvPr/>
        </p:nvSpPr>
        <p:spPr>
          <a:xfrm>
            <a:off x="6948612" y="4969687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4EFFE-9E68-75E6-5606-75C33A55E5C9}"/>
              </a:ext>
            </a:extLst>
          </p:cNvPr>
          <p:cNvSpPr txBox="1"/>
          <p:nvPr/>
        </p:nvSpPr>
        <p:spPr>
          <a:xfrm>
            <a:off x="7460929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A4F38-9794-F356-BA75-5E334F33133A}"/>
              </a:ext>
            </a:extLst>
          </p:cNvPr>
          <p:cNvSpPr txBox="1"/>
          <p:nvPr/>
        </p:nvSpPr>
        <p:spPr>
          <a:xfrm>
            <a:off x="7725846" y="5260993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9D09BD-4DD0-7334-B9A7-E1513CD2D86E}"/>
              </a:ext>
            </a:extLst>
          </p:cNvPr>
          <p:cNvSpPr txBox="1"/>
          <p:nvPr/>
        </p:nvSpPr>
        <p:spPr>
          <a:xfrm>
            <a:off x="8381018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3CB57-8255-5495-C9A7-CBCC4C6074C9}"/>
              </a:ext>
            </a:extLst>
          </p:cNvPr>
          <p:cNvSpPr txBox="1"/>
          <p:nvPr/>
        </p:nvSpPr>
        <p:spPr>
          <a:xfrm>
            <a:off x="8859596" y="496461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E21BE-7E02-9572-B03A-32E56BB8FC38}"/>
              </a:ext>
            </a:extLst>
          </p:cNvPr>
          <p:cNvSpPr txBox="1"/>
          <p:nvPr/>
        </p:nvSpPr>
        <p:spPr>
          <a:xfrm>
            <a:off x="9274924" y="4945960"/>
            <a:ext cx="439707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AA814-FBF4-B15F-E116-CB03FBB62876}"/>
              </a:ext>
            </a:extLst>
          </p:cNvPr>
          <p:cNvSpPr txBox="1"/>
          <p:nvPr/>
        </p:nvSpPr>
        <p:spPr>
          <a:xfrm>
            <a:off x="9614821" y="5235752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6C25CD-A01B-53FB-B10B-ACA8B9D3FFDC}"/>
              </a:ext>
            </a:extLst>
          </p:cNvPr>
          <p:cNvSpPr/>
          <p:nvPr/>
        </p:nvSpPr>
        <p:spPr>
          <a:xfrm>
            <a:off x="7386800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A558E-D31F-27E5-5571-3A3ADDFF599C}"/>
              </a:ext>
            </a:extLst>
          </p:cNvPr>
          <p:cNvSpPr/>
          <p:nvPr/>
        </p:nvSpPr>
        <p:spPr>
          <a:xfrm>
            <a:off x="785252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217C55-FD6C-CC71-8D30-D9098CED7793}"/>
              </a:ext>
            </a:extLst>
          </p:cNvPr>
          <p:cNvSpPr/>
          <p:nvPr/>
        </p:nvSpPr>
        <p:spPr>
          <a:xfrm>
            <a:off x="8320676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A51CD0-8526-127B-41BF-867979940251}"/>
              </a:ext>
            </a:extLst>
          </p:cNvPr>
          <p:cNvSpPr/>
          <p:nvPr/>
        </p:nvSpPr>
        <p:spPr>
          <a:xfrm>
            <a:off x="8823958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9665F2-135B-7916-F4FF-DA3EA61C94E8}"/>
              </a:ext>
            </a:extLst>
          </p:cNvPr>
          <p:cNvSpPr/>
          <p:nvPr/>
        </p:nvSpPr>
        <p:spPr>
          <a:xfrm>
            <a:off x="926680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E5F444-36E7-D1CD-2A29-ADEBBF44BE88}"/>
              </a:ext>
            </a:extLst>
          </p:cNvPr>
          <p:cNvSpPr/>
          <p:nvPr/>
        </p:nvSpPr>
        <p:spPr>
          <a:xfrm>
            <a:off x="9714630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7D6CF3-F3A4-8F79-B904-756C131EBDCA}"/>
              </a:ext>
            </a:extLst>
          </p:cNvPr>
          <p:cNvSpPr/>
          <p:nvPr/>
        </p:nvSpPr>
        <p:spPr>
          <a:xfrm>
            <a:off x="10157481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B06C81-9AD5-DFC1-6C4E-95414C11320C}"/>
              </a:ext>
            </a:extLst>
          </p:cNvPr>
          <p:cNvSpPr txBox="1"/>
          <p:nvPr/>
        </p:nvSpPr>
        <p:spPr>
          <a:xfrm>
            <a:off x="10193208" y="495782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B83B37-0BB2-C296-1BBD-A4738FF7F001}"/>
              </a:ext>
            </a:extLst>
          </p:cNvPr>
          <p:cNvSpPr/>
          <p:nvPr/>
        </p:nvSpPr>
        <p:spPr>
          <a:xfrm>
            <a:off x="10603965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A4009-0EF0-FBBB-65C0-D6A6BE067ECF}"/>
              </a:ext>
            </a:extLst>
          </p:cNvPr>
          <p:cNvSpPr txBox="1"/>
          <p:nvPr/>
        </p:nvSpPr>
        <p:spPr>
          <a:xfrm>
            <a:off x="10636015" y="4937828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7935B7-7501-6047-A6D9-A5F2A8B42F46}"/>
              </a:ext>
            </a:extLst>
          </p:cNvPr>
          <p:cNvSpPr/>
          <p:nvPr/>
        </p:nvSpPr>
        <p:spPr>
          <a:xfrm>
            <a:off x="693897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F102B8-447A-6DD9-C4EC-1780988A73E5}"/>
              </a:ext>
            </a:extLst>
          </p:cNvPr>
          <p:cNvSpPr/>
          <p:nvPr/>
        </p:nvSpPr>
        <p:spPr>
          <a:xfrm>
            <a:off x="11051785" y="561367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3EEFC4-05FF-A34C-BB78-A76F406B2CC3}"/>
              </a:ext>
            </a:extLst>
          </p:cNvPr>
          <p:cNvSpPr txBox="1"/>
          <p:nvPr/>
        </p:nvSpPr>
        <p:spPr>
          <a:xfrm>
            <a:off x="11153824" y="491783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803BAF-0DD5-AA08-5306-9869F00134B5}"/>
              </a:ext>
            </a:extLst>
          </p:cNvPr>
          <p:cNvSpPr txBox="1"/>
          <p:nvPr/>
        </p:nvSpPr>
        <p:spPr>
          <a:xfrm>
            <a:off x="8344280" y="6099551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946FF9-65A9-4069-CE04-F7EF9E0FE5F7}"/>
              </a:ext>
            </a:extLst>
          </p:cNvPr>
          <p:cNvSpPr/>
          <p:nvPr/>
        </p:nvSpPr>
        <p:spPr>
          <a:xfrm>
            <a:off x="7714066" y="2787883"/>
            <a:ext cx="2824859" cy="18696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C</a:t>
            </a:r>
            <a:r>
              <a:rPr lang="en-US" sz="1800" dirty="0"/>
              <a:t>ount[(M[</a:t>
            </a:r>
            <a:r>
              <a:rPr lang="en-US" sz="1800" dirty="0" err="1"/>
              <a:t>i</a:t>
            </a:r>
            <a:r>
              <a:rPr lang="en-US" sz="1800" dirty="0"/>
              <a:t>]/pos) % 10]++</a:t>
            </a:r>
          </a:p>
          <a:p>
            <a:pPr algn="ctr"/>
            <a:r>
              <a:rPr lang="en-US" sz="1800" dirty="0"/>
              <a:t>Count[(M[2]/pos)%10]++</a:t>
            </a:r>
          </a:p>
          <a:p>
            <a:pPr algn="ctr"/>
            <a:r>
              <a:rPr lang="en-US" dirty="0"/>
              <a:t>Count[(55/1)%10]++</a:t>
            </a:r>
          </a:p>
          <a:p>
            <a:pPr algn="ctr"/>
            <a:r>
              <a:rPr lang="en-US" dirty="0"/>
              <a:t>Count[55%10]++</a:t>
            </a:r>
          </a:p>
          <a:p>
            <a:pPr algn="ctr"/>
            <a:r>
              <a:rPr lang="en-US" dirty="0"/>
              <a:t>Count[5]++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196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</a:t>
            </a:r>
          </a:p>
          <a:p>
            <a:r>
              <a:rPr lang="en-US" sz="1600" dirty="0"/>
              <a:t> </a:t>
            </a:r>
            <a:r>
              <a:rPr lang="en-US" sz="1600" dirty="0">
                <a:highlight>
                  <a:srgbClr val="FFFF00"/>
                </a:highlight>
              </a:rPr>
              <a:t>// find the specific position digit and  Count occurrences of each digit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1.</a:t>
            </a:r>
            <a:r>
              <a:rPr lang="en-US" sz="1600" dirty="0">
                <a:highlight>
                  <a:srgbClr val="FFFF00"/>
                </a:highlight>
              </a:rPr>
              <a:t> 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 = 0 to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: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3. 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= </a:t>
            </a:r>
            <a:r>
              <a:rPr lang="en-US" sz="1600" dirty="0" err="1"/>
              <a:t>M.length</a:t>
            </a:r>
            <a:r>
              <a:rPr lang="en-US" sz="1600" dirty="0"/>
              <a:t> </a:t>
            </a:r>
            <a:r>
              <a:rPr lang="en-US" sz="1600" dirty="0" err="1"/>
              <a:t>downto</a:t>
            </a:r>
            <a:r>
              <a:rPr lang="en-US" sz="1600" dirty="0"/>
              <a:t> 1</a:t>
            </a:r>
          </a:p>
          <a:p>
            <a:r>
              <a:rPr lang="en-US" sz="1600" dirty="0"/>
              <a:t>     output[count[(M[</a:t>
            </a:r>
            <a:r>
              <a:rPr lang="en-US" sz="1600" dirty="0" err="1"/>
              <a:t>i</a:t>
            </a:r>
            <a:r>
              <a:rPr lang="en-US" sz="1600" dirty="0"/>
              <a:t>]/pos) % 10]-1] = M[</a:t>
            </a:r>
            <a:r>
              <a:rPr lang="en-US" sz="1600" dirty="0" err="1"/>
              <a:t>i</a:t>
            </a:r>
            <a:r>
              <a:rPr lang="en-US" sz="1600" dirty="0"/>
              <a:t>]     </a:t>
            </a:r>
          </a:p>
          <a:p>
            <a:r>
              <a:rPr lang="en-US" sz="1600" dirty="0"/>
              <a:t>     count[(M[</a:t>
            </a:r>
            <a:r>
              <a:rPr lang="en-US" sz="1600" dirty="0" err="1"/>
              <a:t>i</a:t>
            </a:r>
            <a:r>
              <a:rPr lang="en-US" sz="1600" dirty="0"/>
              <a:t>]/pos) % 10] = count[(M[</a:t>
            </a:r>
            <a:r>
              <a:rPr lang="en-US" sz="1600" dirty="0" err="1"/>
              <a:t>i</a:t>
            </a:r>
            <a:r>
              <a:rPr lang="en-US" sz="1600" dirty="0"/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D1B8F-35B3-7F69-7FD5-584F5DB453CB}"/>
              </a:ext>
            </a:extLst>
          </p:cNvPr>
          <p:cNvSpPr txBox="1"/>
          <p:nvPr/>
        </p:nvSpPr>
        <p:spPr>
          <a:xfrm>
            <a:off x="6880719" y="511988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BCED9-1534-06ED-D35B-04C4FD6B6F88}"/>
              </a:ext>
            </a:extLst>
          </p:cNvPr>
          <p:cNvSpPr txBox="1"/>
          <p:nvPr/>
        </p:nvSpPr>
        <p:spPr>
          <a:xfrm>
            <a:off x="7768247" y="4909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B3823-E2F5-F9D2-A6BB-CBBFE166399D}"/>
              </a:ext>
            </a:extLst>
          </p:cNvPr>
          <p:cNvSpPr txBox="1"/>
          <p:nvPr/>
        </p:nvSpPr>
        <p:spPr>
          <a:xfrm>
            <a:off x="8716023" y="46997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C23FC-7CC7-FB0E-36CC-591CE58A77C7}"/>
              </a:ext>
            </a:extLst>
          </p:cNvPr>
          <p:cNvSpPr txBox="1"/>
          <p:nvPr/>
        </p:nvSpPr>
        <p:spPr>
          <a:xfrm>
            <a:off x="9745870" y="46559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41A5-0B88-30B0-AF8E-3A200D2D042C}"/>
              </a:ext>
            </a:extLst>
          </p:cNvPr>
          <p:cNvSpPr txBox="1"/>
          <p:nvPr/>
        </p:nvSpPr>
        <p:spPr>
          <a:xfrm>
            <a:off x="10660701" y="46122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451B-E2B2-0060-8335-EE15331E936E}"/>
              </a:ext>
            </a:extLst>
          </p:cNvPr>
          <p:cNvSpPr/>
          <p:nvPr/>
        </p:nvSpPr>
        <p:spPr>
          <a:xfrm>
            <a:off x="7948423" y="86978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A8465E-7792-D9B2-0E0E-F159E4F88802}"/>
              </a:ext>
            </a:extLst>
          </p:cNvPr>
          <p:cNvSpPr/>
          <p:nvPr/>
        </p:nvSpPr>
        <p:spPr>
          <a:xfrm>
            <a:off x="8913852" y="8675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2485B-C521-A77E-BC7F-4FB2329442E2}"/>
              </a:ext>
            </a:extLst>
          </p:cNvPr>
          <p:cNvSpPr/>
          <p:nvPr/>
        </p:nvSpPr>
        <p:spPr>
          <a:xfrm>
            <a:off x="9832769" y="868675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7B226-D8C9-CE4E-A103-E7B1359F205A}"/>
              </a:ext>
            </a:extLst>
          </p:cNvPr>
          <p:cNvSpPr/>
          <p:nvPr/>
        </p:nvSpPr>
        <p:spPr>
          <a:xfrm>
            <a:off x="10781450" y="86142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2D8DC-EB6F-DA64-D945-68C71B2657A2}"/>
              </a:ext>
            </a:extLst>
          </p:cNvPr>
          <p:cNvSpPr/>
          <p:nvPr/>
        </p:nvSpPr>
        <p:spPr>
          <a:xfrm>
            <a:off x="7027460" y="8770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7581-1B43-7BEF-F831-80E47AFBE969}"/>
              </a:ext>
            </a:extLst>
          </p:cNvPr>
          <p:cNvSpPr txBox="1"/>
          <p:nvPr/>
        </p:nvSpPr>
        <p:spPr>
          <a:xfrm>
            <a:off x="5856642" y="967184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9160E-730A-A312-A9F3-F3FE6FA37CC3}"/>
              </a:ext>
            </a:extLst>
          </p:cNvPr>
          <p:cNvSpPr/>
          <p:nvPr/>
        </p:nvSpPr>
        <p:spPr>
          <a:xfrm>
            <a:off x="9957033" y="18088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0E536-F14B-8D14-5EC3-E9BEFD967E7E}"/>
              </a:ext>
            </a:extLst>
          </p:cNvPr>
          <p:cNvSpPr txBox="1"/>
          <p:nvPr/>
        </p:nvSpPr>
        <p:spPr>
          <a:xfrm>
            <a:off x="9745870" y="2447523"/>
            <a:ext cx="145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Element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6F7BCF-C901-E411-5748-EB4CF3E7435F}"/>
              </a:ext>
            </a:extLst>
          </p:cNvPr>
          <p:cNvSpPr/>
          <p:nvPr/>
        </p:nvSpPr>
        <p:spPr>
          <a:xfrm>
            <a:off x="6049105" y="1640911"/>
            <a:ext cx="1913206" cy="10922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For (pos=1 to max/pos&gt;0):</a:t>
            </a:r>
          </a:p>
          <a:p>
            <a:r>
              <a:rPr lang="en-US" sz="1100" dirty="0"/>
              <a:t>                         301/1  &gt;0</a:t>
            </a:r>
          </a:p>
          <a:p>
            <a:r>
              <a:rPr lang="en-US" sz="1100" dirty="0"/>
              <a:t>                           </a:t>
            </a:r>
            <a:r>
              <a:rPr lang="en-US" sz="1100" dirty="0">
                <a:highlight>
                  <a:srgbClr val="00FF00"/>
                </a:highlight>
              </a:rPr>
              <a:t>301  &gt; 0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countSort</a:t>
            </a:r>
            <a:r>
              <a:rPr lang="en-US" sz="1100" dirty="0"/>
              <a:t>(</a:t>
            </a:r>
            <a:r>
              <a:rPr lang="en-US" sz="1100" dirty="0" err="1"/>
              <a:t>a,n,pos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                  (</a:t>
            </a:r>
            <a:r>
              <a:rPr lang="en-US" sz="1100" dirty="0" err="1"/>
              <a:t>a,n</a:t>
            </a:r>
            <a:r>
              <a:rPr lang="en-US" sz="1100" dirty="0"/>
              <a:t>,  1 )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CAEF2-D1E5-5AAA-5AB8-B8B011B0A972}"/>
              </a:ext>
            </a:extLst>
          </p:cNvPr>
          <p:cNvSpPr txBox="1"/>
          <p:nvPr/>
        </p:nvSpPr>
        <p:spPr>
          <a:xfrm>
            <a:off x="6948612" y="4969687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4EFFE-9E68-75E6-5606-75C33A55E5C9}"/>
              </a:ext>
            </a:extLst>
          </p:cNvPr>
          <p:cNvSpPr txBox="1"/>
          <p:nvPr/>
        </p:nvSpPr>
        <p:spPr>
          <a:xfrm>
            <a:off x="7460929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A4F38-9794-F356-BA75-5E334F33133A}"/>
              </a:ext>
            </a:extLst>
          </p:cNvPr>
          <p:cNvSpPr txBox="1"/>
          <p:nvPr/>
        </p:nvSpPr>
        <p:spPr>
          <a:xfrm>
            <a:off x="7725846" y="5260993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9D09BD-4DD0-7334-B9A7-E1513CD2D86E}"/>
              </a:ext>
            </a:extLst>
          </p:cNvPr>
          <p:cNvSpPr txBox="1"/>
          <p:nvPr/>
        </p:nvSpPr>
        <p:spPr>
          <a:xfrm>
            <a:off x="8381018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3CB57-8255-5495-C9A7-CBCC4C6074C9}"/>
              </a:ext>
            </a:extLst>
          </p:cNvPr>
          <p:cNvSpPr txBox="1"/>
          <p:nvPr/>
        </p:nvSpPr>
        <p:spPr>
          <a:xfrm>
            <a:off x="8859596" y="496461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E21BE-7E02-9572-B03A-32E56BB8FC38}"/>
              </a:ext>
            </a:extLst>
          </p:cNvPr>
          <p:cNvSpPr txBox="1"/>
          <p:nvPr/>
        </p:nvSpPr>
        <p:spPr>
          <a:xfrm>
            <a:off x="9274924" y="4945960"/>
            <a:ext cx="439707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AA814-FBF4-B15F-E116-CB03FBB62876}"/>
              </a:ext>
            </a:extLst>
          </p:cNvPr>
          <p:cNvSpPr txBox="1"/>
          <p:nvPr/>
        </p:nvSpPr>
        <p:spPr>
          <a:xfrm>
            <a:off x="9614821" y="5235752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6C25CD-A01B-53FB-B10B-ACA8B9D3FFDC}"/>
              </a:ext>
            </a:extLst>
          </p:cNvPr>
          <p:cNvSpPr/>
          <p:nvPr/>
        </p:nvSpPr>
        <p:spPr>
          <a:xfrm>
            <a:off x="7386800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A558E-D31F-27E5-5571-3A3ADDFF599C}"/>
              </a:ext>
            </a:extLst>
          </p:cNvPr>
          <p:cNvSpPr/>
          <p:nvPr/>
        </p:nvSpPr>
        <p:spPr>
          <a:xfrm>
            <a:off x="785252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217C55-FD6C-CC71-8D30-D9098CED7793}"/>
              </a:ext>
            </a:extLst>
          </p:cNvPr>
          <p:cNvSpPr/>
          <p:nvPr/>
        </p:nvSpPr>
        <p:spPr>
          <a:xfrm>
            <a:off x="8320676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A51CD0-8526-127B-41BF-867979940251}"/>
              </a:ext>
            </a:extLst>
          </p:cNvPr>
          <p:cNvSpPr/>
          <p:nvPr/>
        </p:nvSpPr>
        <p:spPr>
          <a:xfrm>
            <a:off x="8823958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9665F2-135B-7916-F4FF-DA3EA61C94E8}"/>
              </a:ext>
            </a:extLst>
          </p:cNvPr>
          <p:cNvSpPr/>
          <p:nvPr/>
        </p:nvSpPr>
        <p:spPr>
          <a:xfrm>
            <a:off x="926680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E5F444-36E7-D1CD-2A29-ADEBBF44BE88}"/>
              </a:ext>
            </a:extLst>
          </p:cNvPr>
          <p:cNvSpPr/>
          <p:nvPr/>
        </p:nvSpPr>
        <p:spPr>
          <a:xfrm>
            <a:off x="9714630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7D6CF3-F3A4-8F79-B904-756C131EBDCA}"/>
              </a:ext>
            </a:extLst>
          </p:cNvPr>
          <p:cNvSpPr/>
          <p:nvPr/>
        </p:nvSpPr>
        <p:spPr>
          <a:xfrm>
            <a:off x="10157481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B06C81-9AD5-DFC1-6C4E-95414C11320C}"/>
              </a:ext>
            </a:extLst>
          </p:cNvPr>
          <p:cNvSpPr txBox="1"/>
          <p:nvPr/>
        </p:nvSpPr>
        <p:spPr>
          <a:xfrm>
            <a:off x="10193208" y="495782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B83B37-0BB2-C296-1BBD-A4738FF7F001}"/>
              </a:ext>
            </a:extLst>
          </p:cNvPr>
          <p:cNvSpPr/>
          <p:nvPr/>
        </p:nvSpPr>
        <p:spPr>
          <a:xfrm>
            <a:off x="10603965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A4009-0EF0-FBBB-65C0-D6A6BE067ECF}"/>
              </a:ext>
            </a:extLst>
          </p:cNvPr>
          <p:cNvSpPr txBox="1"/>
          <p:nvPr/>
        </p:nvSpPr>
        <p:spPr>
          <a:xfrm>
            <a:off x="10636015" y="4937828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7935B7-7501-6047-A6D9-A5F2A8B42F46}"/>
              </a:ext>
            </a:extLst>
          </p:cNvPr>
          <p:cNvSpPr/>
          <p:nvPr/>
        </p:nvSpPr>
        <p:spPr>
          <a:xfrm>
            <a:off x="693897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F102B8-447A-6DD9-C4EC-1780988A73E5}"/>
              </a:ext>
            </a:extLst>
          </p:cNvPr>
          <p:cNvSpPr/>
          <p:nvPr/>
        </p:nvSpPr>
        <p:spPr>
          <a:xfrm>
            <a:off x="11051785" y="561367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3EEFC4-05FF-A34C-BB78-A76F406B2CC3}"/>
              </a:ext>
            </a:extLst>
          </p:cNvPr>
          <p:cNvSpPr txBox="1"/>
          <p:nvPr/>
        </p:nvSpPr>
        <p:spPr>
          <a:xfrm>
            <a:off x="11153824" y="491783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803BAF-0DD5-AA08-5306-9869F00134B5}"/>
              </a:ext>
            </a:extLst>
          </p:cNvPr>
          <p:cNvSpPr txBox="1"/>
          <p:nvPr/>
        </p:nvSpPr>
        <p:spPr>
          <a:xfrm>
            <a:off x="8344280" y="6099551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946FF9-65A9-4069-CE04-F7EF9E0FE5F7}"/>
              </a:ext>
            </a:extLst>
          </p:cNvPr>
          <p:cNvSpPr/>
          <p:nvPr/>
        </p:nvSpPr>
        <p:spPr>
          <a:xfrm>
            <a:off x="7714066" y="2787883"/>
            <a:ext cx="2824859" cy="18696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C</a:t>
            </a:r>
            <a:r>
              <a:rPr lang="en-US" sz="1800" dirty="0"/>
              <a:t>ount[(M[</a:t>
            </a:r>
            <a:r>
              <a:rPr lang="en-US" sz="1800" dirty="0" err="1"/>
              <a:t>i</a:t>
            </a:r>
            <a:r>
              <a:rPr lang="en-US" sz="1800" dirty="0"/>
              <a:t>]/pos) % 10]++</a:t>
            </a:r>
          </a:p>
          <a:p>
            <a:pPr algn="ctr"/>
            <a:r>
              <a:rPr lang="en-US" sz="1800" dirty="0"/>
              <a:t>Count[(M[2]/pos)%10]++</a:t>
            </a:r>
          </a:p>
          <a:p>
            <a:pPr algn="ctr"/>
            <a:r>
              <a:rPr lang="en-US" dirty="0"/>
              <a:t>Count[(55/1)%10]++</a:t>
            </a:r>
          </a:p>
          <a:p>
            <a:pPr algn="ctr"/>
            <a:r>
              <a:rPr lang="en-US" dirty="0"/>
              <a:t>Count[55%10]++</a:t>
            </a:r>
          </a:p>
          <a:p>
            <a:pPr algn="ctr"/>
            <a:r>
              <a:rPr lang="en-US" dirty="0"/>
              <a:t>Count[5]++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928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</a:t>
            </a:r>
            <a:r>
              <a:rPr lang="en-US" sz="1600" dirty="0">
                <a:highlight>
                  <a:srgbClr val="FFFF00"/>
                </a:highlight>
              </a:rPr>
              <a:t>// find the specific position digit and  Count occurrences of each digit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1.</a:t>
            </a:r>
            <a:r>
              <a:rPr lang="en-US" sz="1600" dirty="0">
                <a:highlight>
                  <a:srgbClr val="FFFF00"/>
                </a:highlight>
              </a:rPr>
              <a:t> 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 = 0 to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: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3. 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= </a:t>
            </a:r>
            <a:r>
              <a:rPr lang="en-US" sz="1600" dirty="0" err="1"/>
              <a:t>M.length</a:t>
            </a:r>
            <a:r>
              <a:rPr lang="en-US" sz="1600" dirty="0"/>
              <a:t> </a:t>
            </a:r>
            <a:r>
              <a:rPr lang="en-US" sz="1600" dirty="0" err="1"/>
              <a:t>downto</a:t>
            </a:r>
            <a:r>
              <a:rPr lang="en-US" sz="1600" dirty="0"/>
              <a:t> 1</a:t>
            </a:r>
          </a:p>
          <a:p>
            <a:r>
              <a:rPr lang="en-US" sz="1600" dirty="0"/>
              <a:t>     output[count[(M[</a:t>
            </a:r>
            <a:r>
              <a:rPr lang="en-US" sz="1600" dirty="0" err="1"/>
              <a:t>i</a:t>
            </a:r>
            <a:r>
              <a:rPr lang="en-US" sz="1600" dirty="0"/>
              <a:t>]/pos) % 10]-1] = M[</a:t>
            </a:r>
            <a:r>
              <a:rPr lang="en-US" sz="1600" dirty="0" err="1"/>
              <a:t>i</a:t>
            </a:r>
            <a:r>
              <a:rPr lang="en-US" sz="1600" dirty="0"/>
              <a:t>]     </a:t>
            </a:r>
          </a:p>
          <a:p>
            <a:r>
              <a:rPr lang="en-US" sz="1600" dirty="0"/>
              <a:t>     count[(M[</a:t>
            </a:r>
            <a:r>
              <a:rPr lang="en-US" sz="1600" dirty="0" err="1"/>
              <a:t>i</a:t>
            </a:r>
            <a:r>
              <a:rPr lang="en-US" sz="1600" dirty="0"/>
              <a:t>]/pos) % 10] = count[(M[</a:t>
            </a:r>
            <a:r>
              <a:rPr lang="en-US" sz="1600" dirty="0" err="1"/>
              <a:t>i</a:t>
            </a:r>
            <a:r>
              <a:rPr lang="en-US" sz="1600" dirty="0"/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D1B8F-35B3-7F69-7FD5-584F5DB453CB}"/>
              </a:ext>
            </a:extLst>
          </p:cNvPr>
          <p:cNvSpPr txBox="1"/>
          <p:nvPr/>
        </p:nvSpPr>
        <p:spPr>
          <a:xfrm>
            <a:off x="6880719" y="511988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BCED9-1534-06ED-D35B-04C4FD6B6F88}"/>
              </a:ext>
            </a:extLst>
          </p:cNvPr>
          <p:cNvSpPr txBox="1"/>
          <p:nvPr/>
        </p:nvSpPr>
        <p:spPr>
          <a:xfrm>
            <a:off x="7768247" y="4909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B3823-E2F5-F9D2-A6BB-CBBFE166399D}"/>
              </a:ext>
            </a:extLst>
          </p:cNvPr>
          <p:cNvSpPr txBox="1"/>
          <p:nvPr/>
        </p:nvSpPr>
        <p:spPr>
          <a:xfrm>
            <a:off x="8716023" y="46997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C23FC-7CC7-FB0E-36CC-591CE58A77C7}"/>
              </a:ext>
            </a:extLst>
          </p:cNvPr>
          <p:cNvSpPr txBox="1"/>
          <p:nvPr/>
        </p:nvSpPr>
        <p:spPr>
          <a:xfrm>
            <a:off x="9745870" y="46559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41A5-0B88-30B0-AF8E-3A200D2D042C}"/>
              </a:ext>
            </a:extLst>
          </p:cNvPr>
          <p:cNvSpPr txBox="1"/>
          <p:nvPr/>
        </p:nvSpPr>
        <p:spPr>
          <a:xfrm>
            <a:off x="10660701" y="46122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451B-E2B2-0060-8335-EE15331E936E}"/>
              </a:ext>
            </a:extLst>
          </p:cNvPr>
          <p:cNvSpPr/>
          <p:nvPr/>
        </p:nvSpPr>
        <p:spPr>
          <a:xfrm>
            <a:off x="7948423" y="86978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A8465E-7792-D9B2-0E0E-F159E4F88802}"/>
              </a:ext>
            </a:extLst>
          </p:cNvPr>
          <p:cNvSpPr/>
          <p:nvPr/>
        </p:nvSpPr>
        <p:spPr>
          <a:xfrm>
            <a:off x="8913852" y="8675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2485B-C521-A77E-BC7F-4FB2329442E2}"/>
              </a:ext>
            </a:extLst>
          </p:cNvPr>
          <p:cNvSpPr/>
          <p:nvPr/>
        </p:nvSpPr>
        <p:spPr>
          <a:xfrm>
            <a:off x="9832769" y="868675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7B226-D8C9-CE4E-A103-E7B1359F205A}"/>
              </a:ext>
            </a:extLst>
          </p:cNvPr>
          <p:cNvSpPr/>
          <p:nvPr/>
        </p:nvSpPr>
        <p:spPr>
          <a:xfrm>
            <a:off x="10781450" y="86142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2D8DC-EB6F-DA64-D945-68C71B2657A2}"/>
              </a:ext>
            </a:extLst>
          </p:cNvPr>
          <p:cNvSpPr/>
          <p:nvPr/>
        </p:nvSpPr>
        <p:spPr>
          <a:xfrm>
            <a:off x="7027460" y="8770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7581-1B43-7BEF-F831-80E47AFBE969}"/>
              </a:ext>
            </a:extLst>
          </p:cNvPr>
          <p:cNvSpPr txBox="1"/>
          <p:nvPr/>
        </p:nvSpPr>
        <p:spPr>
          <a:xfrm>
            <a:off x="5856642" y="967184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9160E-730A-A312-A9F3-F3FE6FA37CC3}"/>
              </a:ext>
            </a:extLst>
          </p:cNvPr>
          <p:cNvSpPr/>
          <p:nvPr/>
        </p:nvSpPr>
        <p:spPr>
          <a:xfrm>
            <a:off x="9957033" y="18088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0E536-F14B-8D14-5EC3-E9BEFD967E7E}"/>
              </a:ext>
            </a:extLst>
          </p:cNvPr>
          <p:cNvSpPr txBox="1"/>
          <p:nvPr/>
        </p:nvSpPr>
        <p:spPr>
          <a:xfrm>
            <a:off x="9745870" y="2447523"/>
            <a:ext cx="145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Element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6F7BCF-C901-E411-5748-EB4CF3E7435F}"/>
              </a:ext>
            </a:extLst>
          </p:cNvPr>
          <p:cNvSpPr/>
          <p:nvPr/>
        </p:nvSpPr>
        <p:spPr>
          <a:xfrm>
            <a:off x="6049105" y="1640911"/>
            <a:ext cx="1913206" cy="10922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For (pos=1 to max/pos&gt;0):</a:t>
            </a:r>
          </a:p>
          <a:p>
            <a:r>
              <a:rPr lang="en-US" sz="1100" dirty="0"/>
              <a:t>                         301/1  &gt;0</a:t>
            </a:r>
          </a:p>
          <a:p>
            <a:r>
              <a:rPr lang="en-US" sz="1100" dirty="0"/>
              <a:t>                           </a:t>
            </a:r>
            <a:r>
              <a:rPr lang="en-US" sz="1100" dirty="0">
                <a:highlight>
                  <a:srgbClr val="00FF00"/>
                </a:highlight>
              </a:rPr>
              <a:t>301  &gt; 0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countSort</a:t>
            </a:r>
            <a:r>
              <a:rPr lang="en-US" sz="1100" dirty="0"/>
              <a:t>(</a:t>
            </a:r>
            <a:r>
              <a:rPr lang="en-US" sz="1100" dirty="0" err="1"/>
              <a:t>a,n,pos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                  (</a:t>
            </a:r>
            <a:r>
              <a:rPr lang="en-US" sz="1100" dirty="0" err="1"/>
              <a:t>a,n</a:t>
            </a:r>
            <a:r>
              <a:rPr lang="en-US" sz="1100" dirty="0"/>
              <a:t>,  1 )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CAEF2-D1E5-5AAA-5AB8-B8B011B0A972}"/>
              </a:ext>
            </a:extLst>
          </p:cNvPr>
          <p:cNvSpPr txBox="1"/>
          <p:nvPr/>
        </p:nvSpPr>
        <p:spPr>
          <a:xfrm>
            <a:off x="6948612" y="4969687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4EFFE-9E68-75E6-5606-75C33A55E5C9}"/>
              </a:ext>
            </a:extLst>
          </p:cNvPr>
          <p:cNvSpPr txBox="1"/>
          <p:nvPr/>
        </p:nvSpPr>
        <p:spPr>
          <a:xfrm>
            <a:off x="7460929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A4F38-9794-F356-BA75-5E334F33133A}"/>
              </a:ext>
            </a:extLst>
          </p:cNvPr>
          <p:cNvSpPr txBox="1"/>
          <p:nvPr/>
        </p:nvSpPr>
        <p:spPr>
          <a:xfrm>
            <a:off x="7725846" y="5260993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9D09BD-4DD0-7334-B9A7-E1513CD2D86E}"/>
              </a:ext>
            </a:extLst>
          </p:cNvPr>
          <p:cNvSpPr txBox="1"/>
          <p:nvPr/>
        </p:nvSpPr>
        <p:spPr>
          <a:xfrm>
            <a:off x="8381018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3CB57-8255-5495-C9A7-CBCC4C6074C9}"/>
              </a:ext>
            </a:extLst>
          </p:cNvPr>
          <p:cNvSpPr txBox="1"/>
          <p:nvPr/>
        </p:nvSpPr>
        <p:spPr>
          <a:xfrm>
            <a:off x="8859596" y="496461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E21BE-7E02-9572-B03A-32E56BB8FC38}"/>
              </a:ext>
            </a:extLst>
          </p:cNvPr>
          <p:cNvSpPr txBox="1"/>
          <p:nvPr/>
        </p:nvSpPr>
        <p:spPr>
          <a:xfrm>
            <a:off x="9274924" y="4945960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AA814-FBF4-B15F-E116-CB03FBB62876}"/>
              </a:ext>
            </a:extLst>
          </p:cNvPr>
          <p:cNvSpPr txBox="1"/>
          <p:nvPr/>
        </p:nvSpPr>
        <p:spPr>
          <a:xfrm>
            <a:off x="9614821" y="5235752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6C25CD-A01B-53FB-B10B-ACA8B9D3FFDC}"/>
              </a:ext>
            </a:extLst>
          </p:cNvPr>
          <p:cNvSpPr/>
          <p:nvPr/>
        </p:nvSpPr>
        <p:spPr>
          <a:xfrm>
            <a:off x="7386800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A558E-D31F-27E5-5571-3A3ADDFF599C}"/>
              </a:ext>
            </a:extLst>
          </p:cNvPr>
          <p:cNvSpPr/>
          <p:nvPr/>
        </p:nvSpPr>
        <p:spPr>
          <a:xfrm>
            <a:off x="785252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217C55-FD6C-CC71-8D30-D9098CED7793}"/>
              </a:ext>
            </a:extLst>
          </p:cNvPr>
          <p:cNvSpPr/>
          <p:nvPr/>
        </p:nvSpPr>
        <p:spPr>
          <a:xfrm>
            <a:off x="8320676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A51CD0-8526-127B-41BF-867979940251}"/>
              </a:ext>
            </a:extLst>
          </p:cNvPr>
          <p:cNvSpPr/>
          <p:nvPr/>
        </p:nvSpPr>
        <p:spPr>
          <a:xfrm>
            <a:off x="8823958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9665F2-135B-7916-F4FF-DA3EA61C94E8}"/>
              </a:ext>
            </a:extLst>
          </p:cNvPr>
          <p:cNvSpPr/>
          <p:nvPr/>
        </p:nvSpPr>
        <p:spPr>
          <a:xfrm>
            <a:off x="926680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E5F444-36E7-D1CD-2A29-ADEBBF44BE88}"/>
              </a:ext>
            </a:extLst>
          </p:cNvPr>
          <p:cNvSpPr/>
          <p:nvPr/>
        </p:nvSpPr>
        <p:spPr>
          <a:xfrm>
            <a:off x="9714630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7D6CF3-F3A4-8F79-B904-756C131EBDCA}"/>
              </a:ext>
            </a:extLst>
          </p:cNvPr>
          <p:cNvSpPr/>
          <p:nvPr/>
        </p:nvSpPr>
        <p:spPr>
          <a:xfrm>
            <a:off x="10157481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B06C81-9AD5-DFC1-6C4E-95414C11320C}"/>
              </a:ext>
            </a:extLst>
          </p:cNvPr>
          <p:cNvSpPr txBox="1"/>
          <p:nvPr/>
        </p:nvSpPr>
        <p:spPr>
          <a:xfrm>
            <a:off x="10193208" y="495782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B83B37-0BB2-C296-1BBD-A4738FF7F001}"/>
              </a:ext>
            </a:extLst>
          </p:cNvPr>
          <p:cNvSpPr/>
          <p:nvPr/>
        </p:nvSpPr>
        <p:spPr>
          <a:xfrm>
            <a:off x="10603965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A4009-0EF0-FBBB-65C0-D6A6BE067ECF}"/>
              </a:ext>
            </a:extLst>
          </p:cNvPr>
          <p:cNvSpPr txBox="1"/>
          <p:nvPr/>
        </p:nvSpPr>
        <p:spPr>
          <a:xfrm>
            <a:off x="10636015" y="4937828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7935B7-7501-6047-A6D9-A5F2A8B42F46}"/>
              </a:ext>
            </a:extLst>
          </p:cNvPr>
          <p:cNvSpPr/>
          <p:nvPr/>
        </p:nvSpPr>
        <p:spPr>
          <a:xfrm>
            <a:off x="693897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F102B8-447A-6DD9-C4EC-1780988A73E5}"/>
              </a:ext>
            </a:extLst>
          </p:cNvPr>
          <p:cNvSpPr/>
          <p:nvPr/>
        </p:nvSpPr>
        <p:spPr>
          <a:xfrm>
            <a:off x="11051785" y="561367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3EEFC4-05FF-A34C-BB78-A76F406B2CC3}"/>
              </a:ext>
            </a:extLst>
          </p:cNvPr>
          <p:cNvSpPr txBox="1"/>
          <p:nvPr/>
        </p:nvSpPr>
        <p:spPr>
          <a:xfrm>
            <a:off x="11153824" y="491783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803BAF-0DD5-AA08-5306-9869F00134B5}"/>
              </a:ext>
            </a:extLst>
          </p:cNvPr>
          <p:cNvSpPr txBox="1"/>
          <p:nvPr/>
        </p:nvSpPr>
        <p:spPr>
          <a:xfrm>
            <a:off x="8344280" y="6099551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946FF9-65A9-4069-CE04-F7EF9E0FE5F7}"/>
              </a:ext>
            </a:extLst>
          </p:cNvPr>
          <p:cNvSpPr/>
          <p:nvPr/>
        </p:nvSpPr>
        <p:spPr>
          <a:xfrm>
            <a:off x="7714066" y="2787883"/>
            <a:ext cx="2824859" cy="18696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C</a:t>
            </a:r>
            <a:r>
              <a:rPr lang="en-US" sz="1800" dirty="0"/>
              <a:t>ount[(M[</a:t>
            </a:r>
            <a:r>
              <a:rPr lang="en-US" sz="1800" dirty="0" err="1"/>
              <a:t>i</a:t>
            </a:r>
            <a:r>
              <a:rPr lang="en-US" sz="1800" dirty="0"/>
              <a:t>]/pos) % 10]++</a:t>
            </a:r>
          </a:p>
          <a:p>
            <a:pPr algn="ctr"/>
            <a:r>
              <a:rPr lang="en-US" sz="1800" dirty="0"/>
              <a:t>Count[(M[3]/pos)%10]++</a:t>
            </a:r>
          </a:p>
          <a:p>
            <a:pPr algn="ctr"/>
            <a:r>
              <a:rPr lang="en-US" dirty="0"/>
              <a:t>Count[(301/1)%10]++</a:t>
            </a:r>
          </a:p>
          <a:p>
            <a:pPr algn="ctr"/>
            <a:r>
              <a:rPr lang="en-US" dirty="0"/>
              <a:t>Count[301%10]++</a:t>
            </a:r>
          </a:p>
          <a:p>
            <a:pPr algn="ctr"/>
            <a:r>
              <a:rPr lang="en-US" dirty="0"/>
              <a:t>Count[1]++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169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</a:t>
            </a:r>
            <a:r>
              <a:rPr lang="en-US" sz="1600" dirty="0">
                <a:highlight>
                  <a:srgbClr val="FFFF00"/>
                </a:highlight>
              </a:rPr>
              <a:t>// find the specific position digit and  Count occurrences of each digit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1.</a:t>
            </a:r>
            <a:r>
              <a:rPr lang="en-US" sz="1600" dirty="0">
                <a:highlight>
                  <a:srgbClr val="FFFF00"/>
                </a:highlight>
              </a:rPr>
              <a:t> 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 = 0 to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: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3. 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= </a:t>
            </a:r>
            <a:r>
              <a:rPr lang="en-US" sz="1600" dirty="0" err="1"/>
              <a:t>M.length</a:t>
            </a:r>
            <a:r>
              <a:rPr lang="en-US" sz="1600" dirty="0"/>
              <a:t> </a:t>
            </a:r>
            <a:r>
              <a:rPr lang="en-US" sz="1600" dirty="0" err="1"/>
              <a:t>downto</a:t>
            </a:r>
            <a:r>
              <a:rPr lang="en-US" sz="1600" dirty="0"/>
              <a:t> 1</a:t>
            </a:r>
          </a:p>
          <a:p>
            <a:r>
              <a:rPr lang="en-US" sz="1600" dirty="0"/>
              <a:t>     output[count[(M[</a:t>
            </a:r>
            <a:r>
              <a:rPr lang="en-US" sz="1600" dirty="0" err="1"/>
              <a:t>i</a:t>
            </a:r>
            <a:r>
              <a:rPr lang="en-US" sz="1600" dirty="0"/>
              <a:t>]/pos) % 10]-1] = M[</a:t>
            </a:r>
            <a:r>
              <a:rPr lang="en-US" sz="1600" dirty="0" err="1"/>
              <a:t>i</a:t>
            </a:r>
            <a:r>
              <a:rPr lang="en-US" sz="1600" dirty="0"/>
              <a:t>]     </a:t>
            </a:r>
          </a:p>
          <a:p>
            <a:r>
              <a:rPr lang="en-US" sz="1600" dirty="0"/>
              <a:t>     count[(M[</a:t>
            </a:r>
            <a:r>
              <a:rPr lang="en-US" sz="1600" dirty="0" err="1"/>
              <a:t>i</a:t>
            </a:r>
            <a:r>
              <a:rPr lang="en-US" sz="1600" dirty="0"/>
              <a:t>]/pos) % 10] = count[(M[</a:t>
            </a:r>
            <a:r>
              <a:rPr lang="en-US" sz="1600" dirty="0" err="1"/>
              <a:t>i</a:t>
            </a:r>
            <a:r>
              <a:rPr lang="en-US" sz="1600" dirty="0"/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D1B8F-35B3-7F69-7FD5-584F5DB453CB}"/>
              </a:ext>
            </a:extLst>
          </p:cNvPr>
          <p:cNvSpPr txBox="1"/>
          <p:nvPr/>
        </p:nvSpPr>
        <p:spPr>
          <a:xfrm>
            <a:off x="6880719" y="511988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BCED9-1534-06ED-D35B-04C4FD6B6F88}"/>
              </a:ext>
            </a:extLst>
          </p:cNvPr>
          <p:cNvSpPr txBox="1"/>
          <p:nvPr/>
        </p:nvSpPr>
        <p:spPr>
          <a:xfrm>
            <a:off x="7768247" y="4909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B3823-E2F5-F9D2-A6BB-CBBFE166399D}"/>
              </a:ext>
            </a:extLst>
          </p:cNvPr>
          <p:cNvSpPr txBox="1"/>
          <p:nvPr/>
        </p:nvSpPr>
        <p:spPr>
          <a:xfrm>
            <a:off x="8716023" y="46997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C23FC-7CC7-FB0E-36CC-591CE58A77C7}"/>
              </a:ext>
            </a:extLst>
          </p:cNvPr>
          <p:cNvSpPr txBox="1"/>
          <p:nvPr/>
        </p:nvSpPr>
        <p:spPr>
          <a:xfrm>
            <a:off x="9745870" y="46559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41A5-0B88-30B0-AF8E-3A200D2D042C}"/>
              </a:ext>
            </a:extLst>
          </p:cNvPr>
          <p:cNvSpPr txBox="1"/>
          <p:nvPr/>
        </p:nvSpPr>
        <p:spPr>
          <a:xfrm>
            <a:off x="10660701" y="46122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451B-E2B2-0060-8335-EE15331E936E}"/>
              </a:ext>
            </a:extLst>
          </p:cNvPr>
          <p:cNvSpPr/>
          <p:nvPr/>
        </p:nvSpPr>
        <p:spPr>
          <a:xfrm>
            <a:off x="7948423" y="86978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A8465E-7792-D9B2-0E0E-F159E4F88802}"/>
              </a:ext>
            </a:extLst>
          </p:cNvPr>
          <p:cNvSpPr/>
          <p:nvPr/>
        </p:nvSpPr>
        <p:spPr>
          <a:xfrm>
            <a:off x="8913852" y="8675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2485B-C521-A77E-BC7F-4FB2329442E2}"/>
              </a:ext>
            </a:extLst>
          </p:cNvPr>
          <p:cNvSpPr/>
          <p:nvPr/>
        </p:nvSpPr>
        <p:spPr>
          <a:xfrm>
            <a:off x="9832769" y="868675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7B226-D8C9-CE4E-A103-E7B1359F205A}"/>
              </a:ext>
            </a:extLst>
          </p:cNvPr>
          <p:cNvSpPr/>
          <p:nvPr/>
        </p:nvSpPr>
        <p:spPr>
          <a:xfrm>
            <a:off x="10781450" y="86142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2D8DC-EB6F-DA64-D945-68C71B2657A2}"/>
              </a:ext>
            </a:extLst>
          </p:cNvPr>
          <p:cNvSpPr/>
          <p:nvPr/>
        </p:nvSpPr>
        <p:spPr>
          <a:xfrm>
            <a:off x="7027460" y="8770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7581-1B43-7BEF-F831-80E47AFBE969}"/>
              </a:ext>
            </a:extLst>
          </p:cNvPr>
          <p:cNvSpPr txBox="1"/>
          <p:nvPr/>
        </p:nvSpPr>
        <p:spPr>
          <a:xfrm>
            <a:off x="5856642" y="967184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9160E-730A-A312-A9F3-F3FE6FA37CC3}"/>
              </a:ext>
            </a:extLst>
          </p:cNvPr>
          <p:cNvSpPr/>
          <p:nvPr/>
        </p:nvSpPr>
        <p:spPr>
          <a:xfrm>
            <a:off x="9957033" y="18088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0E536-F14B-8D14-5EC3-E9BEFD967E7E}"/>
              </a:ext>
            </a:extLst>
          </p:cNvPr>
          <p:cNvSpPr txBox="1"/>
          <p:nvPr/>
        </p:nvSpPr>
        <p:spPr>
          <a:xfrm>
            <a:off x="9745870" y="2447523"/>
            <a:ext cx="145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Element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6F7BCF-C901-E411-5748-EB4CF3E7435F}"/>
              </a:ext>
            </a:extLst>
          </p:cNvPr>
          <p:cNvSpPr/>
          <p:nvPr/>
        </p:nvSpPr>
        <p:spPr>
          <a:xfrm>
            <a:off x="6049105" y="1640911"/>
            <a:ext cx="1913206" cy="10922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For (pos=1 to max/pos&gt;0):</a:t>
            </a:r>
          </a:p>
          <a:p>
            <a:r>
              <a:rPr lang="en-US" sz="1100" dirty="0"/>
              <a:t>                         301/1  &gt;0</a:t>
            </a:r>
          </a:p>
          <a:p>
            <a:r>
              <a:rPr lang="en-US" sz="1100" dirty="0"/>
              <a:t>                           </a:t>
            </a:r>
            <a:r>
              <a:rPr lang="en-US" sz="1100" dirty="0">
                <a:highlight>
                  <a:srgbClr val="00FF00"/>
                </a:highlight>
              </a:rPr>
              <a:t>301  &gt; 0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countSort</a:t>
            </a:r>
            <a:r>
              <a:rPr lang="en-US" sz="1100" dirty="0"/>
              <a:t>(</a:t>
            </a:r>
            <a:r>
              <a:rPr lang="en-US" sz="1100" dirty="0" err="1"/>
              <a:t>a,n,pos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                  (</a:t>
            </a:r>
            <a:r>
              <a:rPr lang="en-US" sz="1100" dirty="0" err="1"/>
              <a:t>a,n</a:t>
            </a:r>
            <a:r>
              <a:rPr lang="en-US" sz="1100" dirty="0"/>
              <a:t>,  1 )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CAEF2-D1E5-5AAA-5AB8-B8B011B0A972}"/>
              </a:ext>
            </a:extLst>
          </p:cNvPr>
          <p:cNvSpPr txBox="1"/>
          <p:nvPr/>
        </p:nvSpPr>
        <p:spPr>
          <a:xfrm>
            <a:off x="6948612" y="4969687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4EFFE-9E68-75E6-5606-75C33A55E5C9}"/>
              </a:ext>
            </a:extLst>
          </p:cNvPr>
          <p:cNvSpPr txBox="1"/>
          <p:nvPr/>
        </p:nvSpPr>
        <p:spPr>
          <a:xfrm>
            <a:off x="7460930" y="4969686"/>
            <a:ext cx="312790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A4F38-9794-F356-BA75-5E334F33133A}"/>
              </a:ext>
            </a:extLst>
          </p:cNvPr>
          <p:cNvSpPr txBox="1"/>
          <p:nvPr/>
        </p:nvSpPr>
        <p:spPr>
          <a:xfrm>
            <a:off x="7725846" y="5260993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9D09BD-4DD0-7334-B9A7-E1513CD2D86E}"/>
              </a:ext>
            </a:extLst>
          </p:cNvPr>
          <p:cNvSpPr txBox="1"/>
          <p:nvPr/>
        </p:nvSpPr>
        <p:spPr>
          <a:xfrm>
            <a:off x="8381018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3CB57-8255-5495-C9A7-CBCC4C6074C9}"/>
              </a:ext>
            </a:extLst>
          </p:cNvPr>
          <p:cNvSpPr txBox="1"/>
          <p:nvPr/>
        </p:nvSpPr>
        <p:spPr>
          <a:xfrm>
            <a:off x="8859596" y="496461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E21BE-7E02-9572-B03A-32E56BB8FC38}"/>
              </a:ext>
            </a:extLst>
          </p:cNvPr>
          <p:cNvSpPr txBox="1"/>
          <p:nvPr/>
        </p:nvSpPr>
        <p:spPr>
          <a:xfrm>
            <a:off x="9274924" y="4945960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AA814-FBF4-B15F-E116-CB03FBB62876}"/>
              </a:ext>
            </a:extLst>
          </p:cNvPr>
          <p:cNvSpPr txBox="1"/>
          <p:nvPr/>
        </p:nvSpPr>
        <p:spPr>
          <a:xfrm>
            <a:off x="9614821" y="5235752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6C25CD-A01B-53FB-B10B-ACA8B9D3FFDC}"/>
              </a:ext>
            </a:extLst>
          </p:cNvPr>
          <p:cNvSpPr/>
          <p:nvPr/>
        </p:nvSpPr>
        <p:spPr>
          <a:xfrm>
            <a:off x="7386800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A558E-D31F-27E5-5571-3A3ADDFF599C}"/>
              </a:ext>
            </a:extLst>
          </p:cNvPr>
          <p:cNvSpPr/>
          <p:nvPr/>
        </p:nvSpPr>
        <p:spPr>
          <a:xfrm>
            <a:off x="785252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217C55-FD6C-CC71-8D30-D9098CED7793}"/>
              </a:ext>
            </a:extLst>
          </p:cNvPr>
          <p:cNvSpPr/>
          <p:nvPr/>
        </p:nvSpPr>
        <p:spPr>
          <a:xfrm>
            <a:off x="8320676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A51CD0-8526-127B-41BF-867979940251}"/>
              </a:ext>
            </a:extLst>
          </p:cNvPr>
          <p:cNvSpPr/>
          <p:nvPr/>
        </p:nvSpPr>
        <p:spPr>
          <a:xfrm>
            <a:off x="8823958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9665F2-135B-7916-F4FF-DA3EA61C94E8}"/>
              </a:ext>
            </a:extLst>
          </p:cNvPr>
          <p:cNvSpPr/>
          <p:nvPr/>
        </p:nvSpPr>
        <p:spPr>
          <a:xfrm>
            <a:off x="926680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E5F444-36E7-D1CD-2A29-ADEBBF44BE88}"/>
              </a:ext>
            </a:extLst>
          </p:cNvPr>
          <p:cNvSpPr/>
          <p:nvPr/>
        </p:nvSpPr>
        <p:spPr>
          <a:xfrm>
            <a:off x="9714630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7D6CF3-F3A4-8F79-B904-756C131EBDCA}"/>
              </a:ext>
            </a:extLst>
          </p:cNvPr>
          <p:cNvSpPr/>
          <p:nvPr/>
        </p:nvSpPr>
        <p:spPr>
          <a:xfrm>
            <a:off x="10157481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B06C81-9AD5-DFC1-6C4E-95414C11320C}"/>
              </a:ext>
            </a:extLst>
          </p:cNvPr>
          <p:cNvSpPr txBox="1"/>
          <p:nvPr/>
        </p:nvSpPr>
        <p:spPr>
          <a:xfrm>
            <a:off x="10193208" y="495782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B83B37-0BB2-C296-1BBD-A4738FF7F001}"/>
              </a:ext>
            </a:extLst>
          </p:cNvPr>
          <p:cNvSpPr/>
          <p:nvPr/>
        </p:nvSpPr>
        <p:spPr>
          <a:xfrm>
            <a:off x="10603965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A4009-0EF0-FBBB-65C0-D6A6BE067ECF}"/>
              </a:ext>
            </a:extLst>
          </p:cNvPr>
          <p:cNvSpPr txBox="1"/>
          <p:nvPr/>
        </p:nvSpPr>
        <p:spPr>
          <a:xfrm>
            <a:off x="10636015" y="4937828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7935B7-7501-6047-A6D9-A5F2A8B42F46}"/>
              </a:ext>
            </a:extLst>
          </p:cNvPr>
          <p:cNvSpPr/>
          <p:nvPr/>
        </p:nvSpPr>
        <p:spPr>
          <a:xfrm>
            <a:off x="693897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F102B8-447A-6DD9-C4EC-1780988A73E5}"/>
              </a:ext>
            </a:extLst>
          </p:cNvPr>
          <p:cNvSpPr/>
          <p:nvPr/>
        </p:nvSpPr>
        <p:spPr>
          <a:xfrm>
            <a:off x="11051785" y="561367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3EEFC4-05FF-A34C-BB78-A76F406B2CC3}"/>
              </a:ext>
            </a:extLst>
          </p:cNvPr>
          <p:cNvSpPr txBox="1"/>
          <p:nvPr/>
        </p:nvSpPr>
        <p:spPr>
          <a:xfrm>
            <a:off x="11153824" y="491783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803BAF-0DD5-AA08-5306-9869F00134B5}"/>
              </a:ext>
            </a:extLst>
          </p:cNvPr>
          <p:cNvSpPr txBox="1"/>
          <p:nvPr/>
        </p:nvSpPr>
        <p:spPr>
          <a:xfrm>
            <a:off x="8344280" y="6099551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946FF9-65A9-4069-CE04-F7EF9E0FE5F7}"/>
              </a:ext>
            </a:extLst>
          </p:cNvPr>
          <p:cNvSpPr/>
          <p:nvPr/>
        </p:nvSpPr>
        <p:spPr>
          <a:xfrm>
            <a:off x="7714066" y="2787883"/>
            <a:ext cx="2824859" cy="18696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C</a:t>
            </a:r>
            <a:r>
              <a:rPr lang="en-US" sz="1800" dirty="0"/>
              <a:t>ount[(M[</a:t>
            </a:r>
            <a:r>
              <a:rPr lang="en-US" sz="1800" dirty="0" err="1"/>
              <a:t>i</a:t>
            </a:r>
            <a:r>
              <a:rPr lang="en-US" sz="1800" dirty="0"/>
              <a:t>]/pos) % 10]++</a:t>
            </a:r>
          </a:p>
          <a:p>
            <a:pPr algn="ctr"/>
            <a:r>
              <a:rPr lang="en-US" sz="1800" dirty="0"/>
              <a:t>Count[(M[3]/pos)%10]++</a:t>
            </a:r>
          </a:p>
          <a:p>
            <a:pPr algn="ctr"/>
            <a:r>
              <a:rPr lang="en-US" dirty="0"/>
              <a:t>Count[(301/1)%10]++</a:t>
            </a:r>
          </a:p>
          <a:p>
            <a:pPr algn="ctr"/>
            <a:r>
              <a:rPr lang="en-US" dirty="0"/>
              <a:t>Count[301%10]++</a:t>
            </a:r>
          </a:p>
          <a:p>
            <a:pPr algn="ctr"/>
            <a:r>
              <a:rPr lang="en-US" dirty="0"/>
              <a:t>Count[1]++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693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</a:t>
            </a:r>
            <a:r>
              <a:rPr lang="en-US" sz="1600" dirty="0">
                <a:highlight>
                  <a:srgbClr val="FFFF00"/>
                </a:highlight>
              </a:rPr>
              <a:t>// find the specific position digit and  Count occurrences of each digit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1.</a:t>
            </a:r>
            <a:r>
              <a:rPr lang="en-US" sz="1600" dirty="0">
                <a:highlight>
                  <a:srgbClr val="FFFF00"/>
                </a:highlight>
              </a:rPr>
              <a:t> 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 = 0 to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: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3. 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= </a:t>
            </a:r>
            <a:r>
              <a:rPr lang="en-US" sz="1600" dirty="0" err="1"/>
              <a:t>M.length</a:t>
            </a:r>
            <a:r>
              <a:rPr lang="en-US" sz="1600" dirty="0"/>
              <a:t> </a:t>
            </a:r>
            <a:r>
              <a:rPr lang="en-US" sz="1600" dirty="0" err="1"/>
              <a:t>downto</a:t>
            </a:r>
            <a:r>
              <a:rPr lang="en-US" sz="1600" dirty="0"/>
              <a:t> 1</a:t>
            </a:r>
          </a:p>
          <a:p>
            <a:r>
              <a:rPr lang="en-US" sz="1600" dirty="0"/>
              <a:t>     output[count[(M[</a:t>
            </a:r>
            <a:r>
              <a:rPr lang="en-US" sz="1600" dirty="0" err="1"/>
              <a:t>i</a:t>
            </a:r>
            <a:r>
              <a:rPr lang="en-US" sz="1600" dirty="0"/>
              <a:t>]/pos) % 10]-1] = M[</a:t>
            </a:r>
            <a:r>
              <a:rPr lang="en-US" sz="1600" dirty="0" err="1"/>
              <a:t>i</a:t>
            </a:r>
            <a:r>
              <a:rPr lang="en-US" sz="1600" dirty="0"/>
              <a:t>]     </a:t>
            </a:r>
          </a:p>
          <a:p>
            <a:r>
              <a:rPr lang="en-US" sz="1600" dirty="0"/>
              <a:t>     count[(M[</a:t>
            </a:r>
            <a:r>
              <a:rPr lang="en-US" sz="1600" dirty="0" err="1"/>
              <a:t>i</a:t>
            </a:r>
            <a:r>
              <a:rPr lang="en-US" sz="1600" dirty="0"/>
              <a:t>]/pos) % 10] = count[(M[</a:t>
            </a:r>
            <a:r>
              <a:rPr lang="en-US" sz="1600" dirty="0" err="1"/>
              <a:t>i</a:t>
            </a:r>
            <a:r>
              <a:rPr lang="en-US" sz="1600" dirty="0"/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D1B8F-35B3-7F69-7FD5-584F5DB453CB}"/>
              </a:ext>
            </a:extLst>
          </p:cNvPr>
          <p:cNvSpPr txBox="1"/>
          <p:nvPr/>
        </p:nvSpPr>
        <p:spPr>
          <a:xfrm>
            <a:off x="6880719" y="511988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BCED9-1534-06ED-D35B-04C4FD6B6F88}"/>
              </a:ext>
            </a:extLst>
          </p:cNvPr>
          <p:cNvSpPr txBox="1"/>
          <p:nvPr/>
        </p:nvSpPr>
        <p:spPr>
          <a:xfrm>
            <a:off x="7768247" y="4909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B3823-E2F5-F9D2-A6BB-CBBFE166399D}"/>
              </a:ext>
            </a:extLst>
          </p:cNvPr>
          <p:cNvSpPr txBox="1"/>
          <p:nvPr/>
        </p:nvSpPr>
        <p:spPr>
          <a:xfrm>
            <a:off x="8716023" y="46997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C23FC-7CC7-FB0E-36CC-591CE58A77C7}"/>
              </a:ext>
            </a:extLst>
          </p:cNvPr>
          <p:cNvSpPr txBox="1"/>
          <p:nvPr/>
        </p:nvSpPr>
        <p:spPr>
          <a:xfrm>
            <a:off x="9745870" y="46559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41A5-0B88-30B0-AF8E-3A200D2D042C}"/>
              </a:ext>
            </a:extLst>
          </p:cNvPr>
          <p:cNvSpPr txBox="1"/>
          <p:nvPr/>
        </p:nvSpPr>
        <p:spPr>
          <a:xfrm>
            <a:off x="10660701" y="46122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451B-E2B2-0060-8335-EE15331E936E}"/>
              </a:ext>
            </a:extLst>
          </p:cNvPr>
          <p:cNvSpPr/>
          <p:nvPr/>
        </p:nvSpPr>
        <p:spPr>
          <a:xfrm>
            <a:off x="7948423" y="86978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A8465E-7792-D9B2-0E0E-F159E4F88802}"/>
              </a:ext>
            </a:extLst>
          </p:cNvPr>
          <p:cNvSpPr/>
          <p:nvPr/>
        </p:nvSpPr>
        <p:spPr>
          <a:xfrm>
            <a:off x="8913852" y="8675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2485B-C521-A77E-BC7F-4FB2329442E2}"/>
              </a:ext>
            </a:extLst>
          </p:cNvPr>
          <p:cNvSpPr/>
          <p:nvPr/>
        </p:nvSpPr>
        <p:spPr>
          <a:xfrm>
            <a:off x="9832769" y="868675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7B226-D8C9-CE4E-A103-E7B1359F205A}"/>
              </a:ext>
            </a:extLst>
          </p:cNvPr>
          <p:cNvSpPr/>
          <p:nvPr/>
        </p:nvSpPr>
        <p:spPr>
          <a:xfrm>
            <a:off x="10781450" y="86142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2D8DC-EB6F-DA64-D945-68C71B2657A2}"/>
              </a:ext>
            </a:extLst>
          </p:cNvPr>
          <p:cNvSpPr/>
          <p:nvPr/>
        </p:nvSpPr>
        <p:spPr>
          <a:xfrm>
            <a:off x="7027460" y="8770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7581-1B43-7BEF-F831-80E47AFBE969}"/>
              </a:ext>
            </a:extLst>
          </p:cNvPr>
          <p:cNvSpPr txBox="1"/>
          <p:nvPr/>
        </p:nvSpPr>
        <p:spPr>
          <a:xfrm>
            <a:off x="5856642" y="967184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9160E-730A-A312-A9F3-F3FE6FA37CC3}"/>
              </a:ext>
            </a:extLst>
          </p:cNvPr>
          <p:cNvSpPr/>
          <p:nvPr/>
        </p:nvSpPr>
        <p:spPr>
          <a:xfrm>
            <a:off x="9957033" y="18088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0E536-F14B-8D14-5EC3-E9BEFD967E7E}"/>
              </a:ext>
            </a:extLst>
          </p:cNvPr>
          <p:cNvSpPr txBox="1"/>
          <p:nvPr/>
        </p:nvSpPr>
        <p:spPr>
          <a:xfrm>
            <a:off x="9745870" y="2447523"/>
            <a:ext cx="145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Element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6F7BCF-C901-E411-5748-EB4CF3E7435F}"/>
              </a:ext>
            </a:extLst>
          </p:cNvPr>
          <p:cNvSpPr/>
          <p:nvPr/>
        </p:nvSpPr>
        <p:spPr>
          <a:xfrm>
            <a:off x="6049105" y="1640911"/>
            <a:ext cx="1913206" cy="10922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For (pos=1 to max/pos&gt;0):</a:t>
            </a:r>
          </a:p>
          <a:p>
            <a:r>
              <a:rPr lang="en-US" sz="1100" dirty="0"/>
              <a:t>                         301/1  &gt;0</a:t>
            </a:r>
          </a:p>
          <a:p>
            <a:r>
              <a:rPr lang="en-US" sz="1100" dirty="0"/>
              <a:t>                           </a:t>
            </a:r>
            <a:r>
              <a:rPr lang="en-US" sz="1100" dirty="0">
                <a:highlight>
                  <a:srgbClr val="00FF00"/>
                </a:highlight>
              </a:rPr>
              <a:t>301  &gt; 0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countSort</a:t>
            </a:r>
            <a:r>
              <a:rPr lang="en-US" sz="1100" dirty="0"/>
              <a:t>(</a:t>
            </a:r>
            <a:r>
              <a:rPr lang="en-US" sz="1100" dirty="0" err="1"/>
              <a:t>a,n,pos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                  (</a:t>
            </a:r>
            <a:r>
              <a:rPr lang="en-US" sz="1100" dirty="0" err="1"/>
              <a:t>a,n</a:t>
            </a:r>
            <a:r>
              <a:rPr lang="en-US" sz="1100" dirty="0"/>
              <a:t>,  1 )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CAEF2-D1E5-5AAA-5AB8-B8B011B0A972}"/>
              </a:ext>
            </a:extLst>
          </p:cNvPr>
          <p:cNvSpPr txBox="1"/>
          <p:nvPr/>
        </p:nvSpPr>
        <p:spPr>
          <a:xfrm>
            <a:off x="6948612" y="4969687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4EFFE-9E68-75E6-5606-75C33A55E5C9}"/>
              </a:ext>
            </a:extLst>
          </p:cNvPr>
          <p:cNvSpPr txBox="1"/>
          <p:nvPr/>
        </p:nvSpPr>
        <p:spPr>
          <a:xfrm>
            <a:off x="7460930" y="4969686"/>
            <a:ext cx="312790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A4F38-9794-F356-BA75-5E334F33133A}"/>
              </a:ext>
            </a:extLst>
          </p:cNvPr>
          <p:cNvSpPr txBox="1"/>
          <p:nvPr/>
        </p:nvSpPr>
        <p:spPr>
          <a:xfrm>
            <a:off x="7725846" y="5260993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9D09BD-4DD0-7334-B9A7-E1513CD2D86E}"/>
              </a:ext>
            </a:extLst>
          </p:cNvPr>
          <p:cNvSpPr txBox="1"/>
          <p:nvPr/>
        </p:nvSpPr>
        <p:spPr>
          <a:xfrm>
            <a:off x="8381018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3CB57-8255-5495-C9A7-CBCC4C6074C9}"/>
              </a:ext>
            </a:extLst>
          </p:cNvPr>
          <p:cNvSpPr txBox="1"/>
          <p:nvPr/>
        </p:nvSpPr>
        <p:spPr>
          <a:xfrm>
            <a:off x="8859596" y="496461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E21BE-7E02-9572-B03A-32E56BB8FC38}"/>
              </a:ext>
            </a:extLst>
          </p:cNvPr>
          <p:cNvSpPr txBox="1"/>
          <p:nvPr/>
        </p:nvSpPr>
        <p:spPr>
          <a:xfrm>
            <a:off x="9274924" y="4945960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AA814-FBF4-B15F-E116-CB03FBB62876}"/>
              </a:ext>
            </a:extLst>
          </p:cNvPr>
          <p:cNvSpPr txBox="1"/>
          <p:nvPr/>
        </p:nvSpPr>
        <p:spPr>
          <a:xfrm>
            <a:off x="9614821" y="5235752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6C25CD-A01B-53FB-B10B-ACA8B9D3FFDC}"/>
              </a:ext>
            </a:extLst>
          </p:cNvPr>
          <p:cNvSpPr/>
          <p:nvPr/>
        </p:nvSpPr>
        <p:spPr>
          <a:xfrm>
            <a:off x="7386800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A558E-D31F-27E5-5571-3A3ADDFF599C}"/>
              </a:ext>
            </a:extLst>
          </p:cNvPr>
          <p:cNvSpPr/>
          <p:nvPr/>
        </p:nvSpPr>
        <p:spPr>
          <a:xfrm>
            <a:off x="785252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217C55-FD6C-CC71-8D30-D9098CED7793}"/>
              </a:ext>
            </a:extLst>
          </p:cNvPr>
          <p:cNvSpPr/>
          <p:nvPr/>
        </p:nvSpPr>
        <p:spPr>
          <a:xfrm>
            <a:off x="8320676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A51CD0-8526-127B-41BF-867979940251}"/>
              </a:ext>
            </a:extLst>
          </p:cNvPr>
          <p:cNvSpPr/>
          <p:nvPr/>
        </p:nvSpPr>
        <p:spPr>
          <a:xfrm>
            <a:off x="8823958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9665F2-135B-7916-F4FF-DA3EA61C94E8}"/>
              </a:ext>
            </a:extLst>
          </p:cNvPr>
          <p:cNvSpPr/>
          <p:nvPr/>
        </p:nvSpPr>
        <p:spPr>
          <a:xfrm>
            <a:off x="926680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E5F444-36E7-D1CD-2A29-ADEBBF44BE88}"/>
              </a:ext>
            </a:extLst>
          </p:cNvPr>
          <p:cNvSpPr/>
          <p:nvPr/>
        </p:nvSpPr>
        <p:spPr>
          <a:xfrm>
            <a:off x="9714630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7D6CF3-F3A4-8F79-B904-756C131EBDCA}"/>
              </a:ext>
            </a:extLst>
          </p:cNvPr>
          <p:cNvSpPr/>
          <p:nvPr/>
        </p:nvSpPr>
        <p:spPr>
          <a:xfrm>
            <a:off x="10157481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B06C81-9AD5-DFC1-6C4E-95414C11320C}"/>
              </a:ext>
            </a:extLst>
          </p:cNvPr>
          <p:cNvSpPr txBox="1"/>
          <p:nvPr/>
        </p:nvSpPr>
        <p:spPr>
          <a:xfrm>
            <a:off x="10193208" y="495782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B83B37-0BB2-C296-1BBD-A4738FF7F001}"/>
              </a:ext>
            </a:extLst>
          </p:cNvPr>
          <p:cNvSpPr/>
          <p:nvPr/>
        </p:nvSpPr>
        <p:spPr>
          <a:xfrm>
            <a:off x="10603965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A4009-0EF0-FBBB-65C0-D6A6BE067ECF}"/>
              </a:ext>
            </a:extLst>
          </p:cNvPr>
          <p:cNvSpPr txBox="1"/>
          <p:nvPr/>
        </p:nvSpPr>
        <p:spPr>
          <a:xfrm>
            <a:off x="10636015" y="4937828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7935B7-7501-6047-A6D9-A5F2A8B42F46}"/>
              </a:ext>
            </a:extLst>
          </p:cNvPr>
          <p:cNvSpPr/>
          <p:nvPr/>
        </p:nvSpPr>
        <p:spPr>
          <a:xfrm>
            <a:off x="693897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F102B8-447A-6DD9-C4EC-1780988A73E5}"/>
              </a:ext>
            </a:extLst>
          </p:cNvPr>
          <p:cNvSpPr/>
          <p:nvPr/>
        </p:nvSpPr>
        <p:spPr>
          <a:xfrm>
            <a:off x="11051785" y="561367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3EEFC4-05FF-A34C-BB78-A76F406B2CC3}"/>
              </a:ext>
            </a:extLst>
          </p:cNvPr>
          <p:cNvSpPr txBox="1"/>
          <p:nvPr/>
        </p:nvSpPr>
        <p:spPr>
          <a:xfrm>
            <a:off x="11153824" y="491783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803BAF-0DD5-AA08-5306-9869F00134B5}"/>
              </a:ext>
            </a:extLst>
          </p:cNvPr>
          <p:cNvSpPr txBox="1"/>
          <p:nvPr/>
        </p:nvSpPr>
        <p:spPr>
          <a:xfrm>
            <a:off x="8344280" y="6099551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946FF9-65A9-4069-CE04-F7EF9E0FE5F7}"/>
              </a:ext>
            </a:extLst>
          </p:cNvPr>
          <p:cNvSpPr/>
          <p:nvPr/>
        </p:nvSpPr>
        <p:spPr>
          <a:xfrm>
            <a:off x="7714066" y="2787883"/>
            <a:ext cx="2824859" cy="18696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C</a:t>
            </a:r>
            <a:r>
              <a:rPr lang="en-US" sz="1800" dirty="0"/>
              <a:t>ount[(M[</a:t>
            </a:r>
            <a:r>
              <a:rPr lang="en-US" sz="1800" dirty="0" err="1"/>
              <a:t>i</a:t>
            </a:r>
            <a:r>
              <a:rPr lang="en-US" sz="1800" dirty="0"/>
              <a:t>]/pos) % 10]++</a:t>
            </a:r>
          </a:p>
          <a:p>
            <a:pPr algn="ctr"/>
            <a:r>
              <a:rPr lang="en-US" sz="1800" dirty="0"/>
              <a:t>Count[(M[3]/pos)%10]++</a:t>
            </a:r>
          </a:p>
          <a:p>
            <a:pPr algn="ctr"/>
            <a:r>
              <a:rPr lang="en-US" dirty="0"/>
              <a:t>Count[(301/1)%10]++</a:t>
            </a:r>
          </a:p>
          <a:p>
            <a:pPr algn="ctr"/>
            <a:r>
              <a:rPr lang="en-US" dirty="0"/>
              <a:t>Count[301%10]++</a:t>
            </a:r>
          </a:p>
          <a:p>
            <a:pPr algn="ctr"/>
            <a:r>
              <a:rPr lang="en-US" dirty="0"/>
              <a:t>Count[1]++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805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</a:t>
            </a:r>
            <a:r>
              <a:rPr lang="en-US" sz="1600" dirty="0">
                <a:highlight>
                  <a:srgbClr val="FFFF00"/>
                </a:highlight>
              </a:rPr>
              <a:t>// find the specific position digit and  Count occurrences of each digit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1.</a:t>
            </a:r>
            <a:r>
              <a:rPr lang="en-US" sz="1600" dirty="0">
                <a:highlight>
                  <a:srgbClr val="FFFF00"/>
                </a:highlight>
              </a:rPr>
              <a:t> 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 = 0 to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: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3. 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= </a:t>
            </a:r>
            <a:r>
              <a:rPr lang="en-US" sz="1600" dirty="0" err="1"/>
              <a:t>M.length</a:t>
            </a:r>
            <a:r>
              <a:rPr lang="en-US" sz="1600" dirty="0"/>
              <a:t> </a:t>
            </a:r>
            <a:r>
              <a:rPr lang="en-US" sz="1600" dirty="0" err="1"/>
              <a:t>downto</a:t>
            </a:r>
            <a:r>
              <a:rPr lang="en-US" sz="1600" dirty="0"/>
              <a:t> 1</a:t>
            </a:r>
          </a:p>
          <a:p>
            <a:r>
              <a:rPr lang="en-US" sz="1600" dirty="0"/>
              <a:t>     output[count[(M[</a:t>
            </a:r>
            <a:r>
              <a:rPr lang="en-US" sz="1600" dirty="0" err="1"/>
              <a:t>i</a:t>
            </a:r>
            <a:r>
              <a:rPr lang="en-US" sz="1600" dirty="0"/>
              <a:t>]/pos) % 10]-1] = M[</a:t>
            </a:r>
            <a:r>
              <a:rPr lang="en-US" sz="1600" dirty="0" err="1"/>
              <a:t>i</a:t>
            </a:r>
            <a:r>
              <a:rPr lang="en-US" sz="1600" dirty="0"/>
              <a:t>]     </a:t>
            </a:r>
          </a:p>
          <a:p>
            <a:r>
              <a:rPr lang="en-US" sz="1600" dirty="0"/>
              <a:t>     count[(M[</a:t>
            </a:r>
            <a:r>
              <a:rPr lang="en-US" sz="1600" dirty="0" err="1"/>
              <a:t>i</a:t>
            </a:r>
            <a:r>
              <a:rPr lang="en-US" sz="1600" dirty="0"/>
              <a:t>]/pos) % 10] = count[(M[</a:t>
            </a:r>
            <a:r>
              <a:rPr lang="en-US" sz="1600" dirty="0" err="1"/>
              <a:t>i</a:t>
            </a:r>
            <a:r>
              <a:rPr lang="en-US" sz="1600" dirty="0"/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D1B8F-35B3-7F69-7FD5-584F5DB453CB}"/>
              </a:ext>
            </a:extLst>
          </p:cNvPr>
          <p:cNvSpPr txBox="1"/>
          <p:nvPr/>
        </p:nvSpPr>
        <p:spPr>
          <a:xfrm>
            <a:off x="6880719" y="511988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BCED9-1534-06ED-D35B-04C4FD6B6F88}"/>
              </a:ext>
            </a:extLst>
          </p:cNvPr>
          <p:cNvSpPr txBox="1"/>
          <p:nvPr/>
        </p:nvSpPr>
        <p:spPr>
          <a:xfrm>
            <a:off x="7768247" y="4909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B3823-E2F5-F9D2-A6BB-CBBFE166399D}"/>
              </a:ext>
            </a:extLst>
          </p:cNvPr>
          <p:cNvSpPr txBox="1"/>
          <p:nvPr/>
        </p:nvSpPr>
        <p:spPr>
          <a:xfrm>
            <a:off x="8716023" y="46997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C23FC-7CC7-FB0E-36CC-591CE58A77C7}"/>
              </a:ext>
            </a:extLst>
          </p:cNvPr>
          <p:cNvSpPr txBox="1"/>
          <p:nvPr/>
        </p:nvSpPr>
        <p:spPr>
          <a:xfrm>
            <a:off x="9745870" y="46559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41A5-0B88-30B0-AF8E-3A200D2D042C}"/>
              </a:ext>
            </a:extLst>
          </p:cNvPr>
          <p:cNvSpPr txBox="1"/>
          <p:nvPr/>
        </p:nvSpPr>
        <p:spPr>
          <a:xfrm>
            <a:off x="10660701" y="46122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451B-E2B2-0060-8335-EE15331E936E}"/>
              </a:ext>
            </a:extLst>
          </p:cNvPr>
          <p:cNvSpPr/>
          <p:nvPr/>
        </p:nvSpPr>
        <p:spPr>
          <a:xfrm>
            <a:off x="7948423" y="86978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A8465E-7792-D9B2-0E0E-F159E4F88802}"/>
              </a:ext>
            </a:extLst>
          </p:cNvPr>
          <p:cNvSpPr/>
          <p:nvPr/>
        </p:nvSpPr>
        <p:spPr>
          <a:xfrm>
            <a:off x="8913852" y="8675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2485B-C521-A77E-BC7F-4FB2329442E2}"/>
              </a:ext>
            </a:extLst>
          </p:cNvPr>
          <p:cNvSpPr/>
          <p:nvPr/>
        </p:nvSpPr>
        <p:spPr>
          <a:xfrm>
            <a:off x="9832769" y="868675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7B226-D8C9-CE4E-A103-E7B1359F205A}"/>
              </a:ext>
            </a:extLst>
          </p:cNvPr>
          <p:cNvSpPr/>
          <p:nvPr/>
        </p:nvSpPr>
        <p:spPr>
          <a:xfrm>
            <a:off x="10781450" y="86142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2D8DC-EB6F-DA64-D945-68C71B2657A2}"/>
              </a:ext>
            </a:extLst>
          </p:cNvPr>
          <p:cNvSpPr/>
          <p:nvPr/>
        </p:nvSpPr>
        <p:spPr>
          <a:xfrm>
            <a:off x="7027460" y="8770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7581-1B43-7BEF-F831-80E47AFBE969}"/>
              </a:ext>
            </a:extLst>
          </p:cNvPr>
          <p:cNvSpPr txBox="1"/>
          <p:nvPr/>
        </p:nvSpPr>
        <p:spPr>
          <a:xfrm>
            <a:off x="5856642" y="967184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9160E-730A-A312-A9F3-F3FE6FA37CC3}"/>
              </a:ext>
            </a:extLst>
          </p:cNvPr>
          <p:cNvSpPr/>
          <p:nvPr/>
        </p:nvSpPr>
        <p:spPr>
          <a:xfrm>
            <a:off x="9957033" y="18088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0E536-F14B-8D14-5EC3-E9BEFD967E7E}"/>
              </a:ext>
            </a:extLst>
          </p:cNvPr>
          <p:cNvSpPr txBox="1"/>
          <p:nvPr/>
        </p:nvSpPr>
        <p:spPr>
          <a:xfrm>
            <a:off x="9745870" y="2447523"/>
            <a:ext cx="145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Element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6F7BCF-C901-E411-5748-EB4CF3E7435F}"/>
              </a:ext>
            </a:extLst>
          </p:cNvPr>
          <p:cNvSpPr/>
          <p:nvPr/>
        </p:nvSpPr>
        <p:spPr>
          <a:xfrm>
            <a:off x="6049105" y="1640911"/>
            <a:ext cx="1913206" cy="10922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For (pos=1 to max/pos&gt;0):</a:t>
            </a:r>
          </a:p>
          <a:p>
            <a:r>
              <a:rPr lang="en-US" sz="1100" dirty="0"/>
              <a:t>                         301/1  &gt;0</a:t>
            </a:r>
          </a:p>
          <a:p>
            <a:r>
              <a:rPr lang="en-US" sz="1100" dirty="0"/>
              <a:t>                           </a:t>
            </a:r>
            <a:r>
              <a:rPr lang="en-US" sz="1100" dirty="0">
                <a:highlight>
                  <a:srgbClr val="00FF00"/>
                </a:highlight>
              </a:rPr>
              <a:t>301  &gt; 0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countSort</a:t>
            </a:r>
            <a:r>
              <a:rPr lang="en-US" sz="1100" dirty="0"/>
              <a:t>(</a:t>
            </a:r>
            <a:r>
              <a:rPr lang="en-US" sz="1100" dirty="0" err="1"/>
              <a:t>a,n,pos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                  (</a:t>
            </a:r>
            <a:r>
              <a:rPr lang="en-US" sz="1100" dirty="0" err="1"/>
              <a:t>a,n</a:t>
            </a:r>
            <a:r>
              <a:rPr lang="en-US" sz="1100" dirty="0"/>
              <a:t>,  1 )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CAEF2-D1E5-5AAA-5AB8-B8B011B0A972}"/>
              </a:ext>
            </a:extLst>
          </p:cNvPr>
          <p:cNvSpPr txBox="1"/>
          <p:nvPr/>
        </p:nvSpPr>
        <p:spPr>
          <a:xfrm>
            <a:off x="6948612" y="4969687"/>
            <a:ext cx="439707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4EFFE-9E68-75E6-5606-75C33A55E5C9}"/>
              </a:ext>
            </a:extLst>
          </p:cNvPr>
          <p:cNvSpPr txBox="1"/>
          <p:nvPr/>
        </p:nvSpPr>
        <p:spPr>
          <a:xfrm>
            <a:off x="7460930" y="4969686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A4F38-9794-F356-BA75-5E334F33133A}"/>
              </a:ext>
            </a:extLst>
          </p:cNvPr>
          <p:cNvSpPr txBox="1"/>
          <p:nvPr/>
        </p:nvSpPr>
        <p:spPr>
          <a:xfrm>
            <a:off x="7725846" y="5260993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9D09BD-4DD0-7334-B9A7-E1513CD2D86E}"/>
              </a:ext>
            </a:extLst>
          </p:cNvPr>
          <p:cNvSpPr txBox="1"/>
          <p:nvPr/>
        </p:nvSpPr>
        <p:spPr>
          <a:xfrm>
            <a:off x="8381018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3CB57-8255-5495-C9A7-CBCC4C6074C9}"/>
              </a:ext>
            </a:extLst>
          </p:cNvPr>
          <p:cNvSpPr txBox="1"/>
          <p:nvPr/>
        </p:nvSpPr>
        <p:spPr>
          <a:xfrm>
            <a:off x="8859596" y="496461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E21BE-7E02-9572-B03A-32E56BB8FC38}"/>
              </a:ext>
            </a:extLst>
          </p:cNvPr>
          <p:cNvSpPr txBox="1"/>
          <p:nvPr/>
        </p:nvSpPr>
        <p:spPr>
          <a:xfrm>
            <a:off x="9274924" y="4945960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AA814-FBF4-B15F-E116-CB03FBB62876}"/>
              </a:ext>
            </a:extLst>
          </p:cNvPr>
          <p:cNvSpPr txBox="1"/>
          <p:nvPr/>
        </p:nvSpPr>
        <p:spPr>
          <a:xfrm>
            <a:off x="9614821" y="5235752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6C25CD-A01B-53FB-B10B-ACA8B9D3FFDC}"/>
              </a:ext>
            </a:extLst>
          </p:cNvPr>
          <p:cNvSpPr/>
          <p:nvPr/>
        </p:nvSpPr>
        <p:spPr>
          <a:xfrm>
            <a:off x="7386800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A558E-D31F-27E5-5571-3A3ADDFF599C}"/>
              </a:ext>
            </a:extLst>
          </p:cNvPr>
          <p:cNvSpPr/>
          <p:nvPr/>
        </p:nvSpPr>
        <p:spPr>
          <a:xfrm>
            <a:off x="785252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217C55-FD6C-CC71-8D30-D9098CED7793}"/>
              </a:ext>
            </a:extLst>
          </p:cNvPr>
          <p:cNvSpPr/>
          <p:nvPr/>
        </p:nvSpPr>
        <p:spPr>
          <a:xfrm>
            <a:off x="8320676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A51CD0-8526-127B-41BF-867979940251}"/>
              </a:ext>
            </a:extLst>
          </p:cNvPr>
          <p:cNvSpPr/>
          <p:nvPr/>
        </p:nvSpPr>
        <p:spPr>
          <a:xfrm>
            <a:off x="8823958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9665F2-135B-7916-F4FF-DA3EA61C94E8}"/>
              </a:ext>
            </a:extLst>
          </p:cNvPr>
          <p:cNvSpPr/>
          <p:nvPr/>
        </p:nvSpPr>
        <p:spPr>
          <a:xfrm>
            <a:off x="926680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E5F444-36E7-D1CD-2A29-ADEBBF44BE88}"/>
              </a:ext>
            </a:extLst>
          </p:cNvPr>
          <p:cNvSpPr/>
          <p:nvPr/>
        </p:nvSpPr>
        <p:spPr>
          <a:xfrm>
            <a:off x="9714630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7D6CF3-F3A4-8F79-B904-756C131EBDCA}"/>
              </a:ext>
            </a:extLst>
          </p:cNvPr>
          <p:cNvSpPr/>
          <p:nvPr/>
        </p:nvSpPr>
        <p:spPr>
          <a:xfrm>
            <a:off x="10157481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B06C81-9AD5-DFC1-6C4E-95414C11320C}"/>
              </a:ext>
            </a:extLst>
          </p:cNvPr>
          <p:cNvSpPr txBox="1"/>
          <p:nvPr/>
        </p:nvSpPr>
        <p:spPr>
          <a:xfrm>
            <a:off x="10193208" y="495782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B83B37-0BB2-C296-1BBD-A4738FF7F001}"/>
              </a:ext>
            </a:extLst>
          </p:cNvPr>
          <p:cNvSpPr/>
          <p:nvPr/>
        </p:nvSpPr>
        <p:spPr>
          <a:xfrm>
            <a:off x="10603965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A4009-0EF0-FBBB-65C0-D6A6BE067ECF}"/>
              </a:ext>
            </a:extLst>
          </p:cNvPr>
          <p:cNvSpPr txBox="1"/>
          <p:nvPr/>
        </p:nvSpPr>
        <p:spPr>
          <a:xfrm>
            <a:off x="10636015" y="4937828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7935B7-7501-6047-A6D9-A5F2A8B42F46}"/>
              </a:ext>
            </a:extLst>
          </p:cNvPr>
          <p:cNvSpPr/>
          <p:nvPr/>
        </p:nvSpPr>
        <p:spPr>
          <a:xfrm>
            <a:off x="693897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F102B8-447A-6DD9-C4EC-1780988A73E5}"/>
              </a:ext>
            </a:extLst>
          </p:cNvPr>
          <p:cNvSpPr/>
          <p:nvPr/>
        </p:nvSpPr>
        <p:spPr>
          <a:xfrm>
            <a:off x="11051785" y="561367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3EEFC4-05FF-A34C-BB78-A76F406B2CC3}"/>
              </a:ext>
            </a:extLst>
          </p:cNvPr>
          <p:cNvSpPr txBox="1"/>
          <p:nvPr/>
        </p:nvSpPr>
        <p:spPr>
          <a:xfrm>
            <a:off x="11153824" y="491783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803BAF-0DD5-AA08-5306-9869F00134B5}"/>
              </a:ext>
            </a:extLst>
          </p:cNvPr>
          <p:cNvSpPr txBox="1"/>
          <p:nvPr/>
        </p:nvSpPr>
        <p:spPr>
          <a:xfrm>
            <a:off x="8344280" y="6099551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946FF9-65A9-4069-CE04-F7EF9E0FE5F7}"/>
              </a:ext>
            </a:extLst>
          </p:cNvPr>
          <p:cNvSpPr/>
          <p:nvPr/>
        </p:nvSpPr>
        <p:spPr>
          <a:xfrm>
            <a:off x="7714066" y="2787883"/>
            <a:ext cx="2824859" cy="18696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C</a:t>
            </a:r>
            <a:r>
              <a:rPr lang="en-US" sz="1800" dirty="0"/>
              <a:t>ount[(M[</a:t>
            </a:r>
            <a:r>
              <a:rPr lang="en-US" sz="1800" dirty="0" err="1"/>
              <a:t>i</a:t>
            </a:r>
            <a:r>
              <a:rPr lang="en-US" sz="1800" dirty="0"/>
              <a:t>]/pos) % 10]++</a:t>
            </a:r>
          </a:p>
          <a:p>
            <a:pPr algn="ctr"/>
            <a:r>
              <a:rPr lang="en-US" sz="1800" dirty="0"/>
              <a:t>Count[(M[4]/pos)%10]++</a:t>
            </a:r>
          </a:p>
          <a:p>
            <a:pPr algn="ctr"/>
            <a:r>
              <a:rPr lang="en-US" dirty="0"/>
              <a:t>Count[(210/1)%10]++</a:t>
            </a:r>
          </a:p>
          <a:p>
            <a:pPr algn="ctr"/>
            <a:r>
              <a:rPr lang="en-US" dirty="0"/>
              <a:t>Count[210%10]++</a:t>
            </a:r>
          </a:p>
          <a:p>
            <a:pPr algn="ctr"/>
            <a:r>
              <a:rPr lang="en-US" dirty="0"/>
              <a:t>Count[0]++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046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// find the specific position digit and  Count occurrences of each digit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1.</a:t>
            </a:r>
            <a:r>
              <a:rPr lang="en-US" sz="1600" dirty="0">
                <a:highlight>
                  <a:srgbClr val="FFFF00"/>
                </a:highlight>
              </a:rPr>
              <a:t> 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 = 0 to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: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3. 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= </a:t>
            </a:r>
            <a:r>
              <a:rPr lang="en-US" sz="1600" dirty="0" err="1"/>
              <a:t>M.length</a:t>
            </a:r>
            <a:r>
              <a:rPr lang="en-US" sz="1600" dirty="0"/>
              <a:t> </a:t>
            </a:r>
            <a:r>
              <a:rPr lang="en-US" sz="1600" dirty="0" err="1"/>
              <a:t>downto</a:t>
            </a:r>
            <a:r>
              <a:rPr lang="en-US" sz="1600" dirty="0"/>
              <a:t> 1</a:t>
            </a:r>
          </a:p>
          <a:p>
            <a:r>
              <a:rPr lang="en-US" sz="1600" dirty="0"/>
              <a:t>     output[count[(M[</a:t>
            </a:r>
            <a:r>
              <a:rPr lang="en-US" sz="1600" dirty="0" err="1"/>
              <a:t>i</a:t>
            </a:r>
            <a:r>
              <a:rPr lang="en-US" sz="1600" dirty="0"/>
              <a:t>]/pos) % 10]-1] = M[</a:t>
            </a:r>
            <a:r>
              <a:rPr lang="en-US" sz="1600" dirty="0" err="1"/>
              <a:t>i</a:t>
            </a:r>
            <a:r>
              <a:rPr lang="en-US" sz="1600" dirty="0"/>
              <a:t>]     </a:t>
            </a:r>
          </a:p>
          <a:p>
            <a:r>
              <a:rPr lang="en-US" sz="1600" dirty="0"/>
              <a:t>     count[(M[</a:t>
            </a:r>
            <a:r>
              <a:rPr lang="en-US" sz="1600" dirty="0" err="1"/>
              <a:t>i</a:t>
            </a:r>
            <a:r>
              <a:rPr lang="en-US" sz="1600" dirty="0"/>
              <a:t>]/pos) % 10] = count[(M[</a:t>
            </a:r>
            <a:r>
              <a:rPr lang="en-US" sz="1600" dirty="0" err="1"/>
              <a:t>i</a:t>
            </a:r>
            <a:r>
              <a:rPr lang="en-US" sz="1600" dirty="0"/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D1B8F-35B3-7F69-7FD5-584F5DB453CB}"/>
              </a:ext>
            </a:extLst>
          </p:cNvPr>
          <p:cNvSpPr txBox="1"/>
          <p:nvPr/>
        </p:nvSpPr>
        <p:spPr>
          <a:xfrm>
            <a:off x="6880719" y="511988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BCED9-1534-06ED-D35B-04C4FD6B6F88}"/>
              </a:ext>
            </a:extLst>
          </p:cNvPr>
          <p:cNvSpPr txBox="1"/>
          <p:nvPr/>
        </p:nvSpPr>
        <p:spPr>
          <a:xfrm>
            <a:off x="7768247" y="4909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B3823-E2F5-F9D2-A6BB-CBBFE166399D}"/>
              </a:ext>
            </a:extLst>
          </p:cNvPr>
          <p:cNvSpPr txBox="1"/>
          <p:nvPr/>
        </p:nvSpPr>
        <p:spPr>
          <a:xfrm>
            <a:off x="8716023" y="46997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C23FC-7CC7-FB0E-36CC-591CE58A77C7}"/>
              </a:ext>
            </a:extLst>
          </p:cNvPr>
          <p:cNvSpPr txBox="1"/>
          <p:nvPr/>
        </p:nvSpPr>
        <p:spPr>
          <a:xfrm>
            <a:off x="9745870" y="46559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41A5-0B88-30B0-AF8E-3A200D2D042C}"/>
              </a:ext>
            </a:extLst>
          </p:cNvPr>
          <p:cNvSpPr txBox="1"/>
          <p:nvPr/>
        </p:nvSpPr>
        <p:spPr>
          <a:xfrm>
            <a:off x="10660701" y="46122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451B-E2B2-0060-8335-EE15331E936E}"/>
              </a:ext>
            </a:extLst>
          </p:cNvPr>
          <p:cNvSpPr/>
          <p:nvPr/>
        </p:nvSpPr>
        <p:spPr>
          <a:xfrm>
            <a:off x="7948423" y="86978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A8465E-7792-D9B2-0E0E-F159E4F88802}"/>
              </a:ext>
            </a:extLst>
          </p:cNvPr>
          <p:cNvSpPr/>
          <p:nvPr/>
        </p:nvSpPr>
        <p:spPr>
          <a:xfrm>
            <a:off x="8913852" y="8675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2485B-C521-A77E-BC7F-4FB2329442E2}"/>
              </a:ext>
            </a:extLst>
          </p:cNvPr>
          <p:cNvSpPr/>
          <p:nvPr/>
        </p:nvSpPr>
        <p:spPr>
          <a:xfrm>
            <a:off x="9832769" y="868675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7B226-D8C9-CE4E-A103-E7B1359F205A}"/>
              </a:ext>
            </a:extLst>
          </p:cNvPr>
          <p:cNvSpPr/>
          <p:nvPr/>
        </p:nvSpPr>
        <p:spPr>
          <a:xfrm>
            <a:off x="10781450" y="86142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2D8DC-EB6F-DA64-D945-68C71B2657A2}"/>
              </a:ext>
            </a:extLst>
          </p:cNvPr>
          <p:cNvSpPr/>
          <p:nvPr/>
        </p:nvSpPr>
        <p:spPr>
          <a:xfrm>
            <a:off x="7027460" y="8770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7581-1B43-7BEF-F831-80E47AFBE969}"/>
              </a:ext>
            </a:extLst>
          </p:cNvPr>
          <p:cNvSpPr txBox="1"/>
          <p:nvPr/>
        </p:nvSpPr>
        <p:spPr>
          <a:xfrm>
            <a:off x="5856642" y="967184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9160E-730A-A312-A9F3-F3FE6FA37CC3}"/>
              </a:ext>
            </a:extLst>
          </p:cNvPr>
          <p:cNvSpPr/>
          <p:nvPr/>
        </p:nvSpPr>
        <p:spPr>
          <a:xfrm>
            <a:off x="9957033" y="1808866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0E536-F14B-8D14-5EC3-E9BEFD967E7E}"/>
              </a:ext>
            </a:extLst>
          </p:cNvPr>
          <p:cNvSpPr txBox="1"/>
          <p:nvPr/>
        </p:nvSpPr>
        <p:spPr>
          <a:xfrm>
            <a:off x="9745870" y="2447523"/>
            <a:ext cx="145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Element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6F7BCF-C901-E411-5748-EB4CF3E7435F}"/>
              </a:ext>
            </a:extLst>
          </p:cNvPr>
          <p:cNvSpPr/>
          <p:nvPr/>
        </p:nvSpPr>
        <p:spPr>
          <a:xfrm>
            <a:off x="6049105" y="1640911"/>
            <a:ext cx="1913206" cy="10922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For (pos=1 to max/pos&gt;0):</a:t>
            </a:r>
          </a:p>
          <a:p>
            <a:r>
              <a:rPr lang="en-US" sz="1100" dirty="0"/>
              <a:t>                         301/1  &gt;0</a:t>
            </a:r>
          </a:p>
          <a:p>
            <a:r>
              <a:rPr lang="en-US" sz="1100" dirty="0"/>
              <a:t>                           </a:t>
            </a:r>
            <a:r>
              <a:rPr lang="en-US" sz="1100" dirty="0">
                <a:highlight>
                  <a:srgbClr val="00FF00"/>
                </a:highlight>
              </a:rPr>
              <a:t>301  &gt; 0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countSort</a:t>
            </a:r>
            <a:r>
              <a:rPr lang="en-US" sz="1100" dirty="0"/>
              <a:t>(</a:t>
            </a:r>
            <a:r>
              <a:rPr lang="en-US" sz="1100" dirty="0" err="1"/>
              <a:t>a,n,pos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                  (</a:t>
            </a:r>
            <a:r>
              <a:rPr lang="en-US" sz="1100" dirty="0" err="1"/>
              <a:t>a,n</a:t>
            </a:r>
            <a:r>
              <a:rPr lang="en-US" sz="1100" dirty="0"/>
              <a:t>,  1 )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CAEF2-D1E5-5AAA-5AB8-B8B011B0A972}"/>
              </a:ext>
            </a:extLst>
          </p:cNvPr>
          <p:cNvSpPr txBox="1"/>
          <p:nvPr/>
        </p:nvSpPr>
        <p:spPr>
          <a:xfrm>
            <a:off x="6948612" y="4969687"/>
            <a:ext cx="439707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4EFFE-9E68-75E6-5606-75C33A55E5C9}"/>
              </a:ext>
            </a:extLst>
          </p:cNvPr>
          <p:cNvSpPr txBox="1"/>
          <p:nvPr/>
        </p:nvSpPr>
        <p:spPr>
          <a:xfrm>
            <a:off x="7460930" y="4969686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A4F38-9794-F356-BA75-5E334F33133A}"/>
              </a:ext>
            </a:extLst>
          </p:cNvPr>
          <p:cNvSpPr txBox="1"/>
          <p:nvPr/>
        </p:nvSpPr>
        <p:spPr>
          <a:xfrm>
            <a:off x="7725846" y="5260993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9D09BD-4DD0-7334-B9A7-E1513CD2D86E}"/>
              </a:ext>
            </a:extLst>
          </p:cNvPr>
          <p:cNvSpPr txBox="1"/>
          <p:nvPr/>
        </p:nvSpPr>
        <p:spPr>
          <a:xfrm>
            <a:off x="8381018" y="49696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3CB57-8255-5495-C9A7-CBCC4C6074C9}"/>
              </a:ext>
            </a:extLst>
          </p:cNvPr>
          <p:cNvSpPr txBox="1"/>
          <p:nvPr/>
        </p:nvSpPr>
        <p:spPr>
          <a:xfrm>
            <a:off x="8859596" y="496461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E21BE-7E02-9572-B03A-32E56BB8FC38}"/>
              </a:ext>
            </a:extLst>
          </p:cNvPr>
          <p:cNvSpPr txBox="1"/>
          <p:nvPr/>
        </p:nvSpPr>
        <p:spPr>
          <a:xfrm>
            <a:off x="9274924" y="4945960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AA814-FBF4-B15F-E116-CB03FBB62876}"/>
              </a:ext>
            </a:extLst>
          </p:cNvPr>
          <p:cNvSpPr txBox="1"/>
          <p:nvPr/>
        </p:nvSpPr>
        <p:spPr>
          <a:xfrm>
            <a:off x="9614821" y="5235752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6C25CD-A01B-53FB-B10B-ACA8B9D3FFDC}"/>
              </a:ext>
            </a:extLst>
          </p:cNvPr>
          <p:cNvSpPr/>
          <p:nvPr/>
        </p:nvSpPr>
        <p:spPr>
          <a:xfrm>
            <a:off x="7386800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A558E-D31F-27E5-5571-3A3ADDFF599C}"/>
              </a:ext>
            </a:extLst>
          </p:cNvPr>
          <p:cNvSpPr/>
          <p:nvPr/>
        </p:nvSpPr>
        <p:spPr>
          <a:xfrm>
            <a:off x="785252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217C55-FD6C-CC71-8D30-D9098CED7793}"/>
              </a:ext>
            </a:extLst>
          </p:cNvPr>
          <p:cNvSpPr/>
          <p:nvPr/>
        </p:nvSpPr>
        <p:spPr>
          <a:xfrm>
            <a:off x="8320676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A51CD0-8526-127B-41BF-867979940251}"/>
              </a:ext>
            </a:extLst>
          </p:cNvPr>
          <p:cNvSpPr/>
          <p:nvPr/>
        </p:nvSpPr>
        <p:spPr>
          <a:xfrm>
            <a:off x="8823958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9665F2-135B-7916-F4FF-DA3EA61C94E8}"/>
              </a:ext>
            </a:extLst>
          </p:cNvPr>
          <p:cNvSpPr/>
          <p:nvPr/>
        </p:nvSpPr>
        <p:spPr>
          <a:xfrm>
            <a:off x="926680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E5F444-36E7-D1CD-2A29-ADEBBF44BE88}"/>
              </a:ext>
            </a:extLst>
          </p:cNvPr>
          <p:cNvSpPr/>
          <p:nvPr/>
        </p:nvSpPr>
        <p:spPr>
          <a:xfrm>
            <a:off x="9714630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7D6CF3-F3A4-8F79-B904-756C131EBDCA}"/>
              </a:ext>
            </a:extLst>
          </p:cNvPr>
          <p:cNvSpPr/>
          <p:nvPr/>
        </p:nvSpPr>
        <p:spPr>
          <a:xfrm>
            <a:off x="10157481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B06C81-9AD5-DFC1-6C4E-95414C11320C}"/>
              </a:ext>
            </a:extLst>
          </p:cNvPr>
          <p:cNvSpPr txBox="1"/>
          <p:nvPr/>
        </p:nvSpPr>
        <p:spPr>
          <a:xfrm>
            <a:off x="10193208" y="495782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B83B37-0BB2-C296-1BBD-A4738FF7F001}"/>
              </a:ext>
            </a:extLst>
          </p:cNvPr>
          <p:cNvSpPr/>
          <p:nvPr/>
        </p:nvSpPr>
        <p:spPr>
          <a:xfrm>
            <a:off x="10603965" y="5616018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A4009-0EF0-FBBB-65C0-D6A6BE067ECF}"/>
              </a:ext>
            </a:extLst>
          </p:cNvPr>
          <p:cNvSpPr txBox="1"/>
          <p:nvPr/>
        </p:nvSpPr>
        <p:spPr>
          <a:xfrm>
            <a:off x="10636015" y="4937828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7935B7-7501-6047-A6D9-A5F2A8B42F46}"/>
              </a:ext>
            </a:extLst>
          </p:cNvPr>
          <p:cNvSpPr/>
          <p:nvPr/>
        </p:nvSpPr>
        <p:spPr>
          <a:xfrm>
            <a:off x="6938979" y="562109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F102B8-447A-6DD9-C4EC-1780988A73E5}"/>
              </a:ext>
            </a:extLst>
          </p:cNvPr>
          <p:cNvSpPr/>
          <p:nvPr/>
        </p:nvSpPr>
        <p:spPr>
          <a:xfrm>
            <a:off x="11051785" y="561367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3EEFC4-05FF-A34C-BB78-A76F406B2CC3}"/>
              </a:ext>
            </a:extLst>
          </p:cNvPr>
          <p:cNvSpPr txBox="1"/>
          <p:nvPr/>
        </p:nvSpPr>
        <p:spPr>
          <a:xfrm>
            <a:off x="11153824" y="491783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803BAF-0DD5-AA08-5306-9869F00134B5}"/>
              </a:ext>
            </a:extLst>
          </p:cNvPr>
          <p:cNvSpPr txBox="1"/>
          <p:nvPr/>
        </p:nvSpPr>
        <p:spPr>
          <a:xfrm>
            <a:off x="8344280" y="6099551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946FF9-65A9-4069-CE04-F7EF9E0FE5F7}"/>
              </a:ext>
            </a:extLst>
          </p:cNvPr>
          <p:cNvSpPr/>
          <p:nvPr/>
        </p:nvSpPr>
        <p:spPr>
          <a:xfrm>
            <a:off x="7714066" y="2787883"/>
            <a:ext cx="2824859" cy="18696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C</a:t>
            </a:r>
            <a:r>
              <a:rPr lang="en-US" sz="1800" dirty="0"/>
              <a:t>ount[(M[</a:t>
            </a:r>
            <a:r>
              <a:rPr lang="en-US" sz="1800" dirty="0" err="1"/>
              <a:t>i</a:t>
            </a:r>
            <a:r>
              <a:rPr lang="en-US" sz="1800" dirty="0"/>
              <a:t>]/pos) % 10]++</a:t>
            </a:r>
          </a:p>
          <a:p>
            <a:pPr algn="ctr"/>
            <a:r>
              <a:rPr lang="en-US" sz="1800" dirty="0"/>
              <a:t>Count[(M[4]/pos)%10]++</a:t>
            </a:r>
          </a:p>
          <a:p>
            <a:pPr algn="ctr"/>
            <a:r>
              <a:rPr lang="en-US" dirty="0"/>
              <a:t>Count[(210/1)%10]++</a:t>
            </a:r>
          </a:p>
          <a:p>
            <a:pPr algn="ctr"/>
            <a:r>
              <a:rPr lang="en-US" dirty="0"/>
              <a:t>Count[210%10]++</a:t>
            </a:r>
          </a:p>
          <a:p>
            <a:pPr algn="ctr"/>
            <a:r>
              <a:rPr lang="en-US" dirty="0"/>
              <a:t>Count[0]++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905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// Calculate cumulative count of each digit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   2.</a:t>
            </a:r>
            <a:r>
              <a:rPr lang="en-US" sz="1600" dirty="0">
                <a:highlight>
                  <a:srgbClr val="FFFF00"/>
                </a:highlight>
              </a:rPr>
              <a:t> 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 = 1 to 10: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 count[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= count[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+ count[i-1]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3. 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= </a:t>
            </a:r>
            <a:r>
              <a:rPr lang="en-US" sz="1600" dirty="0" err="1"/>
              <a:t>M.length</a:t>
            </a:r>
            <a:r>
              <a:rPr lang="en-US" sz="1600" dirty="0"/>
              <a:t> </a:t>
            </a:r>
            <a:r>
              <a:rPr lang="en-US" sz="1600" dirty="0" err="1"/>
              <a:t>downto</a:t>
            </a:r>
            <a:r>
              <a:rPr lang="en-US" sz="1600" dirty="0"/>
              <a:t> 1</a:t>
            </a:r>
          </a:p>
          <a:p>
            <a:r>
              <a:rPr lang="en-US" sz="1600" dirty="0"/>
              <a:t>     output[count[(M[</a:t>
            </a:r>
            <a:r>
              <a:rPr lang="en-US" sz="1600" dirty="0" err="1"/>
              <a:t>i</a:t>
            </a:r>
            <a:r>
              <a:rPr lang="en-US" sz="1600" dirty="0"/>
              <a:t>]/pos) % 10]-1] = M[</a:t>
            </a:r>
            <a:r>
              <a:rPr lang="en-US" sz="1600" dirty="0" err="1"/>
              <a:t>i</a:t>
            </a:r>
            <a:r>
              <a:rPr lang="en-US" sz="1600" dirty="0"/>
              <a:t>]     </a:t>
            </a:r>
          </a:p>
          <a:p>
            <a:r>
              <a:rPr lang="en-US" sz="1600" dirty="0"/>
              <a:t>     count[(M[</a:t>
            </a:r>
            <a:r>
              <a:rPr lang="en-US" sz="1600" dirty="0" err="1"/>
              <a:t>i</a:t>
            </a:r>
            <a:r>
              <a:rPr lang="en-US" sz="1600" dirty="0"/>
              <a:t>]/pos) % 10] = count[(M[</a:t>
            </a:r>
            <a:r>
              <a:rPr lang="en-US" sz="1600" dirty="0" err="1"/>
              <a:t>i</a:t>
            </a:r>
            <a:r>
              <a:rPr lang="en-US" sz="1600" dirty="0"/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CAEF2-D1E5-5AAA-5AB8-B8B011B0A972}"/>
              </a:ext>
            </a:extLst>
          </p:cNvPr>
          <p:cNvSpPr txBox="1"/>
          <p:nvPr/>
        </p:nvSpPr>
        <p:spPr>
          <a:xfrm>
            <a:off x="6695394" y="110107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4EFFE-9E68-75E6-5606-75C33A55E5C9}"/>
              </a:ext>
            </a:extLst>
          </p:cNvPr>
          <p:cNvSpPr txBox="1"/>
          <p:nvPr/>
        </p:nvSpPr>
        <p:spPr>
          <a:xfrm>
            <a:off x="7207712" y="1101070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A4F38-9794-F356-BA75-5E334F33133A}"/>
              </a:ext>
            </a:extLst>
          </p:cNvPr>
          <p:cNvSpPr txBox="1"/>
          <p:nvPr/>
        </p:nvSpPr>
        <p:spPr>
          <a:xfrm>
            <a:off x="7472628" y="1392377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9D09BD-4DD0-7334-B9A7-E1513CD2D86E}"/>
              </a:ext>
            </a:extLst>
          </p:cNvPr>
          <p:cNvSpPr txBox="1"/>
          <p:nvPr/>
        </p:nvSpPr>
        <p:spPr>
          <a:xfrm>
            <a:off x="8127800" y="1101070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3CB57-8255-5495-C9A7-CBCC4C6074C9}"/>
              </a:ext>
            </a:extLst>
          </p:cNvPr>
          <p:cNvSpPr txBox="1"/>
          <p:nvPr/>
        </p:nvSpPr>
        <p:spPr>
          <a:xfrm>
            <a:off x="8606378" y="109599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E21BE-7E02-9572-B03A-32E56BB8FC38}"/>
              </a:ext>
            </a:extLst>
          </p:cNvPr>
          <p:cNvSpPr txBox="1"/>
          <p:nvPr/>
        </p:nvSpPr>
        <p:spPr>
          <a:xfrm>
            <a:off x="9021706" y="1077344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AA814-FBF4-B15F-E116-CB03FBB62876}"/>
              </a:ext>
            </a:extLst>
          </p:cNvPr>
          <p:cNvSpPr txBox="1"/>
          <p:nvPr/>
        </p:nvSpPr>
        <p:spPr>
          <a:xfrm>
            <a:off x="9361603" y="1367136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6C25CD-A01B-53FB-B10B-ACA8B9D3FFDC}"/>
              </a:ext>
            </a:extLst>
          </p:cNvPr>
          <p:cNvSpPr/>
          <p:nvPr/>
        </p:nvSpPr>
        <p:spPr>
          <a:xfrm>
            <a:off x="7133582" y="1752475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A558E-D31F-27E5-5571-3A3ADDFF599C}"/>
              </a:ext>
            </a:extLst>
          </p:cNvPr>
          <p:cNvSpPr/>
          <p:nvPr/>
        </p:nvSpPr>
        <p:spPr>
          <a:xfrm>
            <a:off x="7599311" y="1752475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217C55-FD6C-CC71-8D30-D9098CED7793}"/>
              </a:ext>
            </a:extLst>
          </p:cNvPr>
          <p:cNvSpPr/>
          <p:nvPr/>
        </p:nvSpPr>
        <p:spPr>
          <a:xfrm>
            <a:off x="8067458" y="1752475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A51CD0-8526-127B-41BF-867979940251}"/>
              </a:ext>
            </a:extLst>
          </p:cNvPr>
          <p:cNvSpPr/>
          <p:nvPr/>
        </p:nvSpPr>
        <p:spPr>
          <a:xfrm>
            <a:off x="8570740" y="1752475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9665F2-135B-7916-F4FF-DA3EA61C94E8}"/>
              </a:ext>
            </a:extLst>
          </p:cNvPr>
          <p:cNvSpPr/>
          <p:nvPr/>
        </p:nvSpPr>
        <p:spPr>
          <a:xfrm>
            <a:off x="9013591" y="1752475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E5F444-36E7-D1CD-2A29-ADEBBF44BE88}"/>
              </a:ext>
            </a:extLst>
          </p:cNvPr>
          <p:cNvSpPr/>
          <p:nvPr/>
        </p:nvSpPr>
        <p:spPr>
          <a:xfrm>
            <a:off x="9461412" y="174740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7D6CF3-F3A4-8F79-B904-756C131EBDCA}"/>
              </a:ext>
            </a:extLst>
          </p:cNvPr>
          <p:cNvSpPr/>
          <p:nvPr/>
        </p:nvSpPr>
        <p:spPr>
          <a:xfrm>
            <a:off x="9904263" y="174740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B06C81-9AD5-DFC1-6C4E-95414C11320C}"/>
              </a:ext>
            </a:extLst>
          </p:cNvPr>
          <p:cNvSpPr txBox="1"/>
          <p:nvPr/>
        </p:nvSpPr>
        <p:spPr>
          <a:xfrm>
            <a:off x="9939990" y="108920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B83B37-0BB2-C296-1BBD-A4738FF7F001}"/>
              </a:ext>
            </a:extLst>
          </p:cNvPr>
          <p:cNvSpPr/>
          <p:nvPr/>
        </p:nvSpPr>
        <p:spPr>
          <a:xfrm>
            <a:off x="10350747" y="174740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A4009-0EF0-FBBB-65C0-D6A6BE067ECF}"/>
              </a:ext>
            </a:extLst>
          </p:cNvPr>
          <p:cNvSpPr txBox="1"/>
          <p:nvPr/>
        </p:nvSpPr>
        <p:spPr>
          <a:xfrm>
            <a:off x="10382797" y="1069212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7935B7-7501-6047-A6D9-A5F2A8B42F46}"/>
              </a:ext>
            </a:extLst>
          </p:cNvPr>
          <p:cNvSpPr/>
          <p:nvPr/>
        </p:nvSpPr>
        <p:spPr>
          <a:xfrm>
            <a:off x="6685761" y="1752475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F102B8-447A-6DD9-C4EC-1780988A73E5}"/>
              </a:ext>
            </a:extLst>
          </p:cNvPr>
          <p:cNvSpPr/>
          <p:nvPr/>
        </p:nvSpPr>
        <p:spPr>
          <a:xfrm>
            <a:off x="10798567" y="1745056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3EEFC4-05FF-A34C-BB78-A76F406B2CC3}"/>
              </a:ext>
            </a:extLst>
          </p:cNvPr>
          <p:cNvSpPr txBox="1"/>
          <p:nvPr/>
        </p:nvSpPr>
        <p:spPr>
          <a:xfrm>
            <a:off x="10900606" y="104921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803BAF-0DD5-AA08-5306-9869F00134B5}"/>
              </a:ext>
            </a:extLst>
          </p:cNvPr>
          <p:cNvSpPr txBox="1"/>
          <p:nvPr/>
        </p:nvSpPr>
        <p:spPr>
          <a:xfrm>
            <a:off x="8091062" y="2230935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6721184" y="2786850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233502" y="2786849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498418" y="3078156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153590" y="278684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632168" y="2781775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047496" y="2763123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387393" y="3052915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159372" y="3438254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625101" y="3438254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093248" y="3438254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596530" y="3438254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039381" y="3438254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487202" y="343318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9930053" y="343318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9965780" y="2774986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376537" y="3433181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408587" y="275499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6711551" y="3438254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0824357" y="3430835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0926396" y="2734995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6978890" y="3904631"/>
            <a:ext cx="4568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cumulative count of each digit Count </a:t>
            </a:r>
            <a:r>
              <a:rPr lang="en-US" b="1" dirty="0" err="1"/>
              <a:t>Arr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89876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8454479" y="462132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913852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</a:t>
            </a:r>
            <a:r>
              <a:rPr lang="en-US" dirty="0">
                <a:highlight>
                  <a:srgbClr val="FF0000"/>
                </a:highlight>
              </a:rPr>
              <a:t>[(M[4]/1</a:t>
            </a:r>
            <a:r>
              <a:rPr lang="en-US" dirty="0"/>
              <a:t>) % 10]-1]    =M[4]</a:t>
            </a:r>
          </a:p>
          <a:p>
            <a:r>
              <a:rPr lang="en-US" dirty="0"/>
              <a:t>     output[count</a:t>
            </a:r>
            <a:r>
              <a:rPr lang="en-US" dirty="0">
                <a:highlight>
                  <a:srgbClr val="FF0000"/>
                </a:highlight>
              </a:rPr>
              <a:t>[(210/1) </a:t>
            </a:r>
            <a:r>
              <a:rPr lang="en-US" dirty="0"/>
              <a:t>% 10]-1]      =210</a:t>
            </a:r>
          </a:p>
          <a:p>
            <a:r>
              <a:rPr lang="en-US" dirty="0"/>
              <a:t>     </a:t>
            </a:r>
          </a:p>
          <a:p>
            <a:r>
              <a:rPr lang="en-US" dirty="0"/>
              <a:t>     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15F295-F439-0E7C-8B0B-72AC784FFD46}"/>
              </a:ext>
            </a:extLst>
          </p:cNvPr>
          <p:cNvCxnSpPr>
            <a:cxnSpLocks/>
          </p:cNvCxnSpPr>
          <p:nvPr/>
        </p:nvCxnSpPr>
        <p:spPr>
          <a:xfrm>
            <a:off x="11351081" y="52806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8928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8454479" y="462132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913852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output[count[(M[4]/1) % 10]-1]    =M[4]</a:t>
            </a:r>
          </a:p>
          <a:p>
            <a:r>
              <a:rPr lang="en-US" dirty="0"/>
              <a:t>     output[count[(210/1) % 10]-1]      =210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210% 10</a:t>
            </a:r>
            <a:r>
              <a:rPr lang="en-US" dirty="0"/>
              <a:t>]-1]              =210</a:t>
            </a:r>
          </a:p>
          <a:p>
            <a:r>
              <a:rPr lang="en-US" dirty="0"/>
              <a:t>     </a:t>
            </a:r>
          </a:p>
          <a:p>
            <a:r>
              <a:rPr lang="en-US" dirty="0"/>
              <a:t>   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E84C3F-0057-1DCC-9E00-77F1EE18714C}"/>
              </a:ext>
            </a:extLst>
          </p:cNvPr>
          <p:cNvCxnSpPr>
            <a:cxnSpLocks/>
          </p:cNvCxnSpPr>
          <p:nvPr/>
        </p:nvCxnSpPr>
        <p:spPr>
          <a:xfrm>
            <a:off x="11351083" y="52807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519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8454479" y="462132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913852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output[count[(M[4]/1) % 10]-1]    =M[4]</a:t>
            </a:r>
          </a:p>
          <a:p>
            <a:r>
              <a:rPr lang="en-US" dirty="0"/>
              <a:t>     output[count[(210/1) % 10]-1]      =210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210% 10</a:t>
            </a:r>
            <a:r>
              <a:rPr lang="en-US" dirty="0"/>
              <a:t>]-1]              =210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0</a:t>
            </a:r>
            <a:r>
              <a:rPr lang="en-US" dirty="0"/>
              <a:t>]-1]                           =210</a:t>
            </a:r>
          </a:p>
          <a:p>
            <a:r>
              <a:rPr lang="en-US" dirty="0"/>
              <a:t>     </a:t>
            </a:r>
          </a:p>
          <a:p>
            <a:r>
              <a:rPr lang="en-US" dirty="0"/>
              <a:t>   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485BC5-3FBE-F34E-0F37-56EC7D8484F7}"/>
              </a:ext>
            </a:extLst>
          </p:cNvPr>
          <p:cNvCxnSpPr>
            <a:cxnSpLocks/>
          </p:cNvCxnSpPr>
          <p:nvPr/>
        </p:nvCxnSpPr>
        <p:spPr>
          <a:xfrm>
            <a:off x="11377589" y="52806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9102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</a:t>
            </a:r>
            <a:r>
              <a:rPr lang="en-US" dirty="0">
                <a:highlight>
                  <a:srgbClr val="00FFFF"/>
                </a:highlight>
              </a:rPr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8454479" y="462132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913852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output[count[(M[4]/1) % 10]-1]    =M[4]</a:t>
            </a:r>
          </a:p>
          <a:p>
            <a:r>
              <a:rPr lang="en-US" dirty="0"/>
              <a:t>     output[count[(210/1) % 10]-1]      =210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210% 10</a:t>
            </a:r>
            <a:r>
              <a:rPr lang="en-US" dirty="0"/>
              <a:t>]-1]              =210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0</a:t>
            </a:r>
            <a:r>
              <a:rPr lang="en-US" dirty="0"/>
              <a:t>]-1]                           =210</a:t>
            </a:r>
          </a:p>
          <a:p>
            <a:r>
              <a:rPr lang="en-US" dirty="0"/>
              <a:t>     </a:t>
            </a:r>
          </a:p>
          <a:p>
            <a:r>
              <a:rPr lang="en-US" dirty="0"/>
              <a:t>   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EC0964-B4DB-C110-9CB9-9646E595C520}"/>
              </a:ext>
            </a:extLst>
          </p:cNvPr>
          <p:cNvCxnSpPr>
            <a:cxnSpLocks/>
          </p:cNvCxnSpPr>
          <p:nvPr/>
        </p:nvCxnSpPr>
        <p:spPr>
          <a:xfrm>
            <a:off x="11351083" y="52807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549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</a:t>
            </a:r>
            <a:r>
              <a:rPr lang="en-US" dirty="0">
                <a:highlight>
                  <a:srgbClr val="00FFFF"/>
                </a:highlight>
              </a:rPr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42862"/>
            <a:ext cx="447821" cy="432872"/>
          </a:xfrm>
          <a:prstGeom prst="rect">
            <a:avLst/>
          </a:prstGeom>
          <a:solidFill>
            <a:srgbClr val="00FFFF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8454479" y="462132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913852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output[count[(M[4]/1) % 10]-1]    =M[4]</a:t>
            </a:r>
          </a:p>
          <a:p>
            <a:r>
              <a:rPr lang="en-US" dirty="0"/>
              <a:t>     output[count[(210/1) % 10]-1]      =210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210% 10</a:t>
            </a:r>
            <a:r>
              <a:rPr lang="en-US" dirty="0"/>
              <a:t>]-1]              =210</a:t>
            </a:r>
          </a:p>
          <a:p>
            <a:r>
              <a:rPr lang="en-US" dirty="0"/>
              <a:t>     output[</a:t>
            </a:r>
            <a:r>
              <a:rPr lang="en-US" dirty="0">
                <a:highlight>
                  <a:srgbClr val="00FFFF"/>
                </a:highlight>
              </a:rPr>
              <a:t>count[0]</a:t>
            </a:r>
            <a:r>
              <a:rPr lang="en-US" dirty="0"/>
              <a:t>-1]                           =210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</a:t>
            </a:r>
          </a:p>
          <a:p>
            <a:r>
              <a:rPr lang="en-US" dirty="0"/>
              <a:t>   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FBC2BB-FA9D-3514-F97D-16D396412824}"/>
              </a:ext>
            </a:extLst>
          </p:cNvPr>
          <p:cNvCxnSpPr>
            <a:cxnSpLocks/>
          </p:cNvCxnSpPr>
          <p:nvPr/>
        </p:nvCxnSpPr>
        <p:spPr>
          <a:xfrm>
            <a:off x="11324577" y="26301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6225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</a:t>
            </a:r>
            <a:r>
              <a:rPr lang="en-US" dirty="0">
                <a:highlight>
                  <a:srgbClr val="00FFFF"/>
                </a:highlight>
              </a:rPr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42862"/>
            <a:ext cx="447821" cy="432872"/>
          </a:xfrm>
          <a:prstGeom prst="rect">
            <a:avLst/>
          </a:prstGeom>
          <a:solidFill>
            <a:srgbClr val="00FFFF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8454479" y="462132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913852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output[count[(M[4]/1) % 10]-1]    =M[4]</a:t>
            </a:r>
          </a:p>
          <a:p>
            <a:r>
              <a:rPr lang="en-US" dirty="0"/>
              <a:t>     output[count[(210/1) % 10]-1]      =210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210% 10</a:t>
            </a:r>
            <a:r>
              <a:rPr lang="en-US" dirty="0"/>
              <a:t>]-1]              =210</a:t>
            </a:r>
          </a:p>
          <a:p>
            <a:r>
              <a:rPr lang="en-US" dirty="0"/>
              <a:t>     output[</a:t>
            </a:r>
            <a:r>
              <a:rPr lang="en-US" dirty="0">
                <a:highlight>
                  <a:srgbClr val="00FFFF"/>
                </a:highlight>
              </a:rPr>
              <a:t>count[0]-1</a:t>
            </a:r>
            <a:r>
              <a:rPr lang="en-US" dirty="0"/>
              <a:t>]                           =210</a:t>
            </a:r>
          </a:p>
          <a:p>
            <a:r>
              <a:rPr lang="en-US" dirty="0"/>
              <a:t>    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678A54-33D6-7ED7-C6FC-A7E345751A89}"/>
              </a:ext>
            </a:extLst>
          </p:cNvPr>
          <p:cNvSpPr/>
          <p:nvPr/>
        </p:nvSpPr>
        <p:spPr>
          <a:xfrm>
            <a:off x="7069057" y="4586812"/>
            <a:ext cx="447821" cy="432872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C9AE1C-36EF-A18D-D1A7-43344D4D8FDD}"/>
              </a:ext>
            </a:extLst>
          </p:cNvPr>
          <p:cNvCxnSpPr>
            <a:cxnSpLocks/>
          </p:cNvCxnSpPr>
          <p:nvPr/>
        </p:nvCxnSpPr>
        <p:spPr>
          <a:xfrm>
            <a:off x="11311327" y="52806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381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</a:t>
            </a:r>
            <a:r>
              <a:rPr lang="en-US" dirty="0">
                <a:highlight>
                  <a:srgbClr val="00FFFF"/>
                </a:highlight>
              </a:rPr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42862"/>
            <a:ext cx="447821" cy="432872"/>
          </a:xfrm>
          <a:prstGeom prst="rect">
            <a:avLst/>
          </a:prstGeom>
          <a:solidFill>
            <a:srgbClr val="00FFFF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8454479" y="462132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913852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solidFill>
            <a:srgbClr val="00FFFF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output[count[(M[4]/1) % 10]-1]    =M[4]</a:t>
            </a:r>
          </a:p>
          <a:p>
            <a:r>
              <a:rPr lang="en-US" dirty="0"/>
              <a:t>     output[count[(210/1) % 10]-1]      =210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210% 10</a:t>
            </a:r>
            <a:r>
              <a:rPr lang="en-US" dirty="0"/>
              <a:t>]-1]              =210</a:t>
            </a:r>
          </a:p>
          <a:p>
            <a:r>
              <a:rPr lang="en-US" dirty="0"/>
              <a:t>     output[</a:t>
            </a:r>
            <a:r>
              <a:rPr lang="en-US" dirty="0">
                <a:highlight>
                  <a:srgbClr val="00FFFF"/>
                </a:highlight>
              </a:rPr>
              <a:t>count[0]-1</a:t>
            </a:r>
            <a:r>
              <a:rPr lang="en-US" dirty="0"/>
              <a:t>]                           =210</a:t>
            </a:r>
          </a:p>
          <a:p>
            <a:r>
              <a:rPr lang="en-US" dirty="0"/>
              <a:t>     output[1-1]                                        =210</a:t>
            </a:r>
          </a:p>
          <a:p>
            <a:r>
              <a:rPr lang="en-US" dirty="0"/>
              <a:t>     output[</a:t>
            </a:r>
            <a:r>
              <a:rPr lang="en-US" dirty="0">
                <a:highlight>
                  <a:srgbClr val="00FFFF"/>
                </a:highlight>
              </a:rPr>
              <a:t>0</a:t>
            </a:r>
            <a:r>
              <a:rPr lang="en-US" dirty="0"/>
              <a:t>]                                            =210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678A54-33D6-7ED7-C6FC-A7E345751A89}"/>
              </a:ext>
            </a:extLst>
          </p:cNvPr>
          <p:cNvSpPr/>
          <p:nvPr/>
        </p:nvSpPr>
        <p:spPr>
          <a:xfrm>
            <a:off x="7069057" y="4586812"/>
            <a:ext cx="447821" cy="432872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E7D756-D03F-E3BC-A195-74C62BA203A2}"/>
              </a:ext>
            </a:extLst>
          </p:cNvPr>
          <p:cNvCxnSpPr>
            <a:cxnSpLocks/>
          </p:cNvCxnSpPr>
          <p:nvPr/>
        </p:nvCxnSpPr>
        <p:spPr>
          <a:xfrm>
            <a:off x="11311323" y="52806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069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8454479" y="462132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913852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solidFill>
            <a:srgbClr val="00FFFF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output[count[(M[4]/1) % 10]-1]    =M[4]</a:t>
            </a:r>
          </a:p>
          <a:p>
            <a:r>
              <a:rPr lang="en-US" dirty="0"/>
              <a:t>     output[count[(210/1) % 10]-1]      =210</a:t>
            </a:r>
          </a:p>
          <a:p>
            <a:r>
              <a:rPr lang="en-US" dirty="0"/>
              <a:t>     output[count[210% 10]-1]              =210</a:t>
            </a:r>
          </a:p>
          <a:p>
            <a:r>
              <a:rPr lang="en-US" dirty="0"/>
              <a:t>     output[count[0]-1]                           =210</a:t>
            </a:r>
          </a:p>
          <a:p>
            <a:r>
              <a:rPr lang="en-US" dirty="0"/>
              <a:t>     output[1-1]                                        =210</a:t>
            </a:r>
          </a:p>
          <a:p>
            <a:r>
              <a:rPr lang="en-US" dirty="0"/>
              <a:t>     output[0]                                            =210</a:t>
            </a:r>
          </a:p>
          <a:p>
            <a:r>
              <a:rPr lang="en-US" dirty="0"/>
              <a:t>      </a:t>
            </a:r>
            <a:r>
              <a:rPr lang="en-US" dirty="0">
                <a:highlight>
                  <a:srgbClr val="00FF00"/>
                </a:highlight>
              </a:rPr>
              <a:t>count[0] = count[0] – 1=1-1=0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F6A5D0D-169E-7A32-08D5-67AD08CA2065}"/>
              </a:ext>
            </a:extLst>
          </p:cNvPr>
          <p:cNvCxnSpPr>
            <a:cxnSpLocks/>
          </p:cNvCxnSpPr>
          <p:nvPr/>
        </p:nvCxnSpPr>
        <p:spPr>
          <a:xfrm>
            <a:off x="11324576" y="1304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2091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8454479" y="462132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913852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</a:t>
            </a:r>
            <a:r>
              <a:rPr lang="en-US" dirty="0">
                <a:highlight>
                  <a:srgbClr val="FF0000"/>
                </a:highlight>
              </a:rPr>
              <a:t>[(M[3]/1</a:t>
            </a:r>
            <a:r>
              <a:rPr lang="en-US" dirty="0"/>
              <a:t>) % 10]-1]    =M[3]</a:t>
            </a:r>
          </a:p>
          <a:p>
            <a:r>
              <a:rPr lang="en-US" dirty="0"/>
              <a:t>     output[count</a:t>
            </a:r>
            <a:r>
              <a:rPr lang="en-US" dirty="0">
                <a:highlight>
                  <a:srgbClr val="FF0000"/>
                </a:highlight>
              </a:rPr>
              <a:t>[(301/1) </a:t>
            </a:r>
            <a:r>
              <a:rPr lang="en-US" dirty="0"/>
              <a:t>% 10]-1]      =301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7957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8454479" y="462132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913852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output[count[(M[3]/1) % 10]-1]    =M[3]</a:t>
            </a:r>
          </a:p>
          <a:p>
            <a:r>
              <a:rPr lang="en-US" dirty="0"/>
              <a:t>     output[count[(301/1) % 10]-1]      =301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301% 10</a:t>
            </a:r>
            <a:r>
              <a:rPr lang="en-US" dirty="0"/>
              <a:t>]-1]              =301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465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8454479" y="462132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913852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output[count[(M[3]/1) % 10]-1]    =M[3]</a:t>
            </a:r>
          </a:p>
          <a:p>
            <a:r>
              <a:rPr lang="en-US" dirty="0"/>
              <a:t>     output[count[(301/1) % 10]-1]      =301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301% 10</a:t>
            </a:r>
            <a:r>
              <a:rPr lang="en-US" dirty="0"/>
              <a:t>]-1]              =301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1</a:t>
            </a:r>
            <a:r>
              <a:rPr lang="en-US" dirty="0"/>
              <a:t>]-1]                           =301</a:t>
            </a:r>
          </a:p>
          <a:p>
            <a:r>
              <a:rPr lang="en-US" dirty="0"/>
              <a:t>   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6600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</a:t>
            </a:r>
            <a:r>
              <a:rPr lang="en-US" dirty="0">
                <a:highlight>
                  <a:srgbClr val="00FFFF"/>
                </a:highlight>
              </a:rPr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8454479" y="462132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913852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output[count[(M[3]/1) % 10]-1]    =M[3]</a:t>
            </a:r>
          </a:p>
          <a:p>
            <a:r>
              <a:rPr lang="en-US" dirty="0"/>
              <a:t>     output[count[(301/1) % 10]-1]      =301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301% 10</a:t>
            </a:r>
            <a:r>
              <a:rPr lang="en-US" dirty="0"/>
              <a:t>]-1]              =301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1</a:t>
            </a:r>
            <a:r>
              <a:rPr lang="en-US" dirty="0"/>
              <a:t>]-1]                           =301</a:t>
            </a:r>
          </a:p>
          <a:p>
            <a:r>
              <a:rPr lang="en-US" dirty="0"/>
              <a:t>     </a:t>
            </a:r>
          </a:p>
          <a:p>
            <a:r>
              <a:rPr lang="en-US" dirty="0"/>
              <a:t>   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5378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</a:t>
            </a:r>
            <a:r>
              <a:rPr lang="en-US" dirty="0">
                <a:highlight>
                  <a:srgbClr val="00FFFF"/>
                </a:highlight>
              </a:rPr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rgbClr val="00FFFF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8454479" y="462132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913852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output[count[(M[3]/1) % 10]-1]    =M[3]</a:t>
            </a:r>
          </a:p>
          <a:p>
            <a:r>
              <a:rPr lang="en-US" dirty="0"/>
              <a:t>     output[count[(301/1) % 10]-1]      =301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301% 10</a:t>
            </a:r>
            <a:r>
              <a:rPr lang="en-US" dirty="0"/>
              <a:t>]-1]              =301</a:t>
            </a:r>
          </a:p>
          <a:p>
            <a:r>
              <a:rPr lang="en-US" dirty="0"/>
              <a:t>     output[</a:t>
            </a:r>
            <a:r>
              <a:rPr lang="en-US" dirty="0">
                <a:highlight>
                  <a:srgbClr val="00FFFF"/>
                </a:highlight>
              </a:rPr>
              <a:t>count[1]</a:t>
            </a:r>
            <a:r>
              <a:rPr lang="en-US" dirty="0"/>
              <a:t>-1]                           =301</a:t>
            </a:r>
          </a:p>
          <a:p>
            <a:r>
              <a:rPr lang="en-US" dirty="0"/>
              <a:t>     </a:t>
            </a:r>
          </a:p>
          <a:p>
            <a:r>
              <a:rPr lang="en-US" dirty="0"/>
              <a:t>   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1646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</a:t>
            </a:r>
            <a:r>
              <a:rPr lang="en-US" dirty="0">
                <a:highlight>
                  <a:srgbClr val="00FFFF"/>
                </a:highlight>
              </a:rPr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rgbClr val="00FFFF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8454479" y="462132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913852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</a:t>
            </a:r>
            <a:r>
              <a:rPr lang="en-US" dirty="0">
                <a:highlight>
                  <a:srgbClr val="00FFFF"/>
                </a:highlight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output[count[(M[3]/1) % 10]-1]    =M[3]</a:t>
            </a:r>
          </a:p>
          <a:p>
            <a:r>
              <a:rPr lang="en-US" dirty="0"/>
              <a:t>     output[count[(301/1) % 10]-1]      =301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301% 10</a:t>
            </a:r>
            <a:r>
              <a:rPr lang="en-US" dirty="0"/>
              <a:t>]-1]              =301</a:t>
            </a:r>
          </a:p>
          <a:p>
            <a:r>
              <a:rPr lang="en-US" dirty="0"/>
              <a:t>     output[</a:t>
            </a:r>
            <a:r>
              <a:rPr lang="en-US" dirty="0">
                <a:highlight>
                  <a:srgbClr val="00FFFF"/>
                </a:highlight>
              </a:rPr>
              <a:t>count[1]</a:t>
            </a:r>
            <a:r>
              <a:rPr lang="en-US" dirty="0"/>
              <a:t>-1]                           =301</a:t>
            </a:r>
          </a:p>
          <a:p>
            <a:r>
              <a:rPr lang="en-US" dirty="0"/>
              <a:t>     output[2-1]                                        =301</a:t>
            </a:r>
          </a:p>
          <a:p>
            <a:r>
              <a:rPr lang="en-US" dirty="0"/>
              <a:t>     output[</a:t>
            </a:r>
            <a:r>
              <a:rPr lang="en-US" dirty="0">
                <a:highlight>
                  <a:srgbClr val="00FFFF"/>
                </a:highlight>
              </a:rPr>
              <a:t>1</a:t>
            </a:r>
            <a:r>
              <a:rPr lang="en-US" dirty="0"/>
              <a:t>]                                            =301</a:t>
            </a:r>
          </a:p>
          <a:p>
            <a:endParaRPr lang="en-US" dirty="0"/>
          </a:p>
          <a:p>
            <a:r>
              <a:rPr lang="en-US" dirty="0"/>
              <a:t>   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6D0D330-43A3-6328-4C23-37F6A206CA06}"/>
              </a:ext>
            </a:extLst>
          </p:cNvPr>
          <p:cNvSpPr/>
          <p:nvPr/>
        </p:nvSpPr>
        <p:spPr>
          <a:xfrm>
            <a:off x="7530131" y="4653071"/>
            <a:ext cx="447821" cy="432872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943600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8454479" y="462132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913852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output[count[(M[3]/1) % 10]-1]    =M[3]</a:t>
            </a:r>
          </a:p>
          <a:p>
            <a:r>
              <a:rPr lang="en-US" dirty="0"/>
              <a:t>     output[count[(301/1) % 10]-1]      =301</a:t>
            </a:r>
          </a:p>
          <a:p>
            <a:r>
              <a:rPr lang="en-US" dirty="0"/>
              <a:t>     output[count[301% 10]-1]              =301</a:t>
            </a:r>
          </a:p>
          <a:p>
            <a:r>
              <a:rPr lang="en-US" dirty="0"/>
              <a:t>     output[count[1]-1]                           =301</a:t>
            </a:r>
          </a:p>
          <a:p>
            <a:r>
              <a:rPr lang="en-US" dirty="0"/>
              <a:t>     output[2-1]                                        =301</a:t>
            </a:r>
          </a:p>
          <a:p>
            <a:r>
              <a:rPr lang="en-US" dirty="0"/>
              <a:t>     output[1]                                            =301</a:t>
            </a:r>
          </a:p>
          <a:p>
            <a:r>
              <a:rPr lang="en-US" dirty="0"/>
              <a:t>     </a:t>
            </a:r>
            <a:r>
              <a:rPr lang="en-US" dirty="0">
                <a:highlight>
                  <a:srgbClr val="00FF00"/>
                </a:highlight>
              </a:rPr>
              <a:t>count[1] = count[1] – 1=2-1=1  </a:t>
            </a:r>
            <a:endParaRPr lang="en-US" dirty="0"/>
          </a:p>
          <a:p>
            <a:r>
              <a:rPr lang="en-US" dirty="0"/>
              <a:t>   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1488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8454479" y="462132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913852" y="656549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</a:t>
            </a:r>
            <a:r>
              <a:rPr lang="en-US" dirty="0">
                <a:highlight>
                  <a:srgbClr val="FF0000"/>
                </a:highlight>
              </a:rPr>
              <a:t>[(M[2]/1</a:t>
            </a:r>
            <a:r>
              <a:rPr lang="en-US" dirty="0"/>
              <a:t>) % 10]-1]    =M[2]</a:t>
            </a:r>
          </a:p>
          <a:p>
            <a:r>
              <a:rPr lang="en-US" dirty="0"/>
              <a:t>     output[count</a:t>
            </a:r>
            <a:r>
              <a:rPr lang="en-US" dirty="0">
                <a:highlight>
                  <a:srgbClr val="FF0000"/>
                </a:highlight>
              </a:rPr>
              <a:t>[(55/1) </a:t>
            </a:r>
            <a:r>
              <a:rPr lang="en-US" dirty="0"/>
              <a:t>% 10]-1]      =55   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8718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8454479" y="462132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913852" y="656549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output[count[(M[2]/1) % 10]-1]    =M[2]</a:t>
            </a:r>
          </a:p>
          <a:p>
            <a:r>
              <a:rPr lang="en-US" dirty="0"/>
              <a:t>     output[count[(55/1) % 10]-1]         =55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55% 10</a:t>
            </a:r>
            <a:r>
              <a:rPr lang="en-US" dirty="0"/>
              <a:t>]-1]                 =55 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4304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</a:t>
            </a:r>
            <a:r>
              <a:rPr lang="en-US" dirty="0">
                <a:highlight>
                  <a:srgbClr val="00FFFF"/>
                </a:highlight>
              </a:rPr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8454479" y="462132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output[count[(M[2]/1) % 10]-1]    =M[2]</a:t>
            </a:r>
          </a:p>
          <a:p>
            <a:r>
              <a:rPr lang="en-US" dirty="0"/>
              <a:t>     output[count[(55/1) % 10]-1]         =55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55% 10</a:t>
            </a:r>
            <a:r>
              <a:rPr lang="en-US" dirty="0"/>
              <a:t>]-1]                 =55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5</a:t>
            </a:r>
            <a:r>
              <a:rPr lang="en-US" dirty="0"/>
              <a:t>]-1]                           =210 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3192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419453" y="3467731"/>
            <a:ext cx="320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</a:t>
            </a:r>
            <a:r>
              <a:rPr lang="en-US" dirty="0">
                <a:highlight>
                  <a:srgbClr val="00FFFF"/>
                </a:highlight>
              </a:rPr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rgbClr val="00FFFF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8454479" y="462132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output[count[(M[2]/1) % 10]-1]    =M[2]</a:t>
            </a:r>
          </a:p>
          <a:p>
            <a:r>
              <a:rPr lang="en-US" dirty="0"/>
              <a:t>     output[count[(55/1) % 10]-1]         =55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55% 10</a:t>
            </a:r>
            <a:r>
              <a:rPr lang="en-US" dirty="0"/>
              <a:t>]-1]                 =55</a:t>
            </a:r>
          </a:p>
          <a:p>
            <a:r>
              <a:rPr lang="en-US" dirty="0"/>
              <a:t>     output[</a:t>
            </a:r>
            <a:r>
              <a:rPr lang="en-US" dirty="0">
                <a:highlight>
                  <a:srgbClr val="00FFFF"/>
                </a:highlight>
              </a:rPr>
              <a:t>count[5]</a:t>
            </a:r>
            <a:r>
              <a:rPr lang="en-US" dirty="0"/>
              <a:t>-1]                           =210 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4931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</a:t>
            </a:r>
            <a:r>
              <a:rPr lang="en-US" dirty="0">
                <a:highlight>
                  <a:srgbClr val="00FFFF"/>
                </a:highlight>
              </a:rPr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rgbClr val="00FFFF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5642699" y="414126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output[count[(M[2]/1) % 10]-1]    =M[2]</a:t>
            </a:r>
          </a:p>
          <a:p>
            <a:r>
              <a:rPr lang="en-US" dirty="0"/>
              <a:t>     output[count[(55/1) % 10]-1]         =55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55% 10</a:t>
            </a:r>
            <a:r>
              <a:rPr lang="en-US" dirty="0"/>
              <a:t>]-1]                 =55</a:t>
            </a:r>
          </a:p>
          <a:p>
            <a:r>
              <a:rPr lang="en-US" dirty="0"/>
              <a:t>     output[</a:t>
            </a:r>
            <a:r>
              <a:rPr lang="en-US" dirty="0">
                <a:highlight>
                  <a:srgbClr val="00FFFF"/>
                </a:highlight>
              </a:rPr>
              <a:t>count[5]-1</a:t>
            </a:r>
            <a:r>
              <a:rPr lang="en-US" dirty="0"/>
              <a:t>]                           =210 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24B14A4-F896-8727-6E21-5E0D71EB234B}"/>
              </a:ext>
            </a:extLst>
          </p:cNvPr>
          <p:cNvSpPr/>
          <p:nvPr/>
        </p:nvSpPr>
        <p:spPr>
          <a:xfrm>
            <a:off x="9369388" y="4661022"/>
            <a:ext cx="447821" cy="432872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788557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</a:t>
            </a:r>
            <a:r>
              <a:rPr lang="en-US" dirty="0">
                <a:highlight>
                  <a:srgbClr val="00FFFF"/>
                </a:highlight>
              </a:rPr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rgbClr val="00FFFF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5642699" y="414126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</a:t>
            </a:r>
            <a:r>
              <a:rPr lang="en-US" dirty="0">
                <a:highlight>
                  <a:srgbClr val="00FFFF"/>
                </a:highlight>
              </a:rPr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output[count[(M[2]/1) % 10]-1]    =M[2]</a:t>
            </a:r>
          </a:p>
          <a:p>
            <a:r>
              <a:rPr lang="en-US" dirty="0"/>
              <a:t>     output[count[(55/1) % 10]-1]         =55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55% 10</a:t>
            </a:r>
            <a:r>
              <a:rPr lang="en-US" dirty="0"/>
              <a:t>]-1]                 =55</a:t>
            </a:r>
          </a:p>
          <a:p>
            <a:r>
              <a:rPr lang="en-US" dirty="0"/>
              <a:t>     output[</a:t>
            </a:r>
            <a:r>
              <a:rPr lang="en-US" dirty="0">
                <a:highlight>
                  <a:srgbClr val="00FFFF"/>
                </a:highlight>
              </a:rPr>
              <a:t>count[5]-1</a:t>
            </a:r>
            <a:r>
              <a:rPr lang="en-US" dirty="0"/>
              <a:t>]                           =55</a:t>
            </a:r>
          </a:p>
          <a:p>
            <a:r>
              <a:rPr lang="en-US" dirty="0"/>
              <a:t>     output[4-1]                                        =55</a:t>
            </a:r>
          </a:p>
          <a:p>
            <a:r>
              <a:rPr lang="en-US" dirty="0"/>
              <a:t>     output[</a:t>
            </a:r>
            <a:r>
              <a:rPr lang="en-US" dirty="0">
                <a:highlight>
                  <a:srgbClr val="00FFFF"/>
                </a:highlight>
              </a:rPr>
              <a:t>3</a:t>
            </a:r>
            <a:r>
              <a:rPr lang="en-US" dirty="0"/>
              <a:t>]                                            =55</a:t>
            </a:r>
          </a:p>
          <a:p>
            <a:r>
              <a:rPr lang="en-US" dirty="0"/>
              <a:t>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24B14A4-F896-8727-6E21-5E0D71EB234B}"/>
              </a:ext>
            </a:extLst>
          </p:cNvPr>
          <p:cNvSpPr/>
          <p:nvPr/>
        </p:nvSpPr>
        <p:spPr>
          <a:xfrm>
            <a:off x="9369388" y="4661022"/>
            <a:ext cx="447821" cy="432872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244542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5642699" y="414126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output[count[(M[2]/1) % 10]-1]    =M[2]</a:t>
            </a:r>
          </a:p>
          <a:p>
            <a:r>
              <a:rPr lang="en-US" dirty="0"/>
              <a:t>     output[count[(55/1) % 10]-1]         =55</a:t>
            </a:r>
          </a:p>
          <a:p>
            <a:r>
              <a:rPr lang="en-US" dirty="0"/>
              <a:t>     output[count[55% 10]-1]                 =55</a:t>
            </a:r>
          </a:p>
          <a:p>
            <a:r>
              <a:rPr lang="en-US" dirty="0"/>
              <a:t>     output[count[5]-1]                           =55</a:t>
            </a:r>
          </a:p>
          <a:p>
            <a:r>
              <a:rPr lang="en-US" dirty="0"/>
              <a:t>     output[4-1]                                        =55</a:t>
            </a:r>
          </a:p>
          <a:p>
            <a:r>
              <a:rPr lang="en-US" dirty="0"/>
              <a:t>     output[3]                                            =55</a:t>
            </a:r>
          </a:p>
          <a:p>
            <a:r>
              <a:rPr lang="en-US" dirty="0"/>
              <a:t>     </a:t>
            </a:r>
            <a:r>
              <a:rPr lang="en-US" dirty="0">
                <a:highlight>
                  <a:srgbClr val="00FF00"/>
                </a:highlight>
              </a:rPr>
              <a:t>count[3] = count[3] – 1=4-1=3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3421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5642699" y="414126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</a:t>
            </a:r>
            <a:r>
              <a:rPr lang="en-US" dirty="0">
                <a:highlight>
                  <a:srgbClr val="FF0000"/>
                </a:highlight>
              </a:rPr>
              <a:t>[(M[1]/1</a:t>
            </a:r>
            <a:r>
              <a:rPr lang="en-US" dirty="0"/>
              <a:t>) % 10]-1]    =M[1]</a:t>
            </a:r>
          </a:p>
          <a:p>
            <a:r>
              <a:rPr lang="en-US" dirty="0"/>
              <a:t>     output[count</a:t>
            </a:r>
            <a:r>
              <a:rPr lang="en-US" dirty="0">
                <a:highlight>
                  <a:srgbClr val="FF0000"/>
                </a:highlight>
              </a:rPr>
              <a:t>[(12/1) </a:t>
            </a:r>
            <a:r>
              <a:rPr lang="en-US" dirty="0"/>
              <a:t>% 10]-1]      =12</a:t>
            </a:r>
          </a:p>
          <a:p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C39DE1-BF1B-F996-26CF-D3382752B94A}"/>
              </a:ext>
            </a:extLst>
          </p:cNvPr>
          <p:cNvCxnSpPr>
            <a:cxnSpLocks/>
          </p:cNvCxnSpPr>
          <p:nvPr/>
        </p:nvCxnSpPr>
        <p:spPr>
          <a:xfrm flipH="1" flipV="1">
            <a:off x="8481911" y="78545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0B3BB8-2665-EF52-D653-34BB83B0AF71}"/>
              </a:ext>
            </a:extLst>
          </p:cNvPr>
          <p:cNvCxnSpPr>
            <a:cxnSpLocks/>
          </p:cNvCxnSpPr>
          <p:nvPr/>
        </p:nvCxnSpPr>
        <p:spPr>
          <a:xfrm>
            <a:off x="8476692" y="55221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4798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5642699" y="414126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output[count[(M[1]/1) % 10]-1]    =M[1]</a:t>
            </a:r>
          </a:p>
          <a:p>
            <a:r>
              <a:rPr lang="en-US" dirty="0"/>
              <a:t>     output[count[(12/1) % 10]-1]      =12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12% 10</a:t>
            </a:r>
            <a:r>
              <a:rPr lang="en-US" dirty="0"/>
              <a:t>]-1]              =12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C39DE1-BF1B-F996-26CF-D3382752B94A}"/>
              </a:ext>
            </a:extLst>
          </p:cNvPr>
          <p:cNvCxnSpPr>
            <a:cxnSpLocks/>
          </p:cNvCxnSpPr>
          <p:nvPr/>
        </p:nvCxnSpPr>
        <p:spPr>
          <a:xfrm flipH="1" flipV="1">
            <a:off x="8481911" y="78545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0B3BB8-2665-EF52-D653-34BB83B0AF71}"/>
              </a:ext>
            </a:extLst>
          </p:cNvPr>
          <p:cNvCxnSpPr>
            <a:cxnSpLocks/>
          </p:cNvCxnSpPr>
          <p:nvPr/>
        </p:nvCxnSpPr>
        <p:spPr>
          <a:xfrm>
            <a:off x="8476692" y="55221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2543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5642699" y="414126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output[count[(M[1]/1) % 10]-1]    =M[1]</a:t>
            </a:r>
          </a:p>
          <a:p>
            <a:r>
              <a:rPr lang="en-US" dirty="0"/>
              <a:t>     output[count[(12/1) % 10]-1]      =12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12% 10</a:t>
            </a:r>
            <a:r>
              <a:rPr lang="en-US" dirty="0"/>
              <a:t>]-1]              =12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2</a:t>
            </a:r>
            <a:r>
              <a:rPr lang="en-US" dirty="0"/>
              <a:t>]-1]                         =12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C39DE1-BF1B-F996-26CF-D3382752B94A}"/>
              </a:ext>
            </a:extLst>
          </p:cNvPr>
          <p:cNvCxnSpPr>
            <a:cxnSpLocks/>
          </p:cNvCxnSpPr>
          <p:nvPr/>
        </p:nvCxnSpPr>
        <p:spPr>
          <a:xfrm flipH="1" flipV="1">
            <a:off x="8481911" y="78545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0B3BB8-2665-EF52-D653-34BB83B0AF71}"/>
              </a:ext>
            </a:extLst>
          </p:cNvPr>
          <p:cNvCxnSpPr>
            <a:cxnSpLocks/>
          </p:cNvCxnSpPr>
          <p:nvPr/>
        </p:nvCxnSpPr>
        <p:spPr>
          <a:xfrm>
            <a:off x="8476692" y="55221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8243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dirty="0">
                <a:highlight>
                  <a:srgbClr val="00FFFF"/>
                </a:highlight>
              </a:rPr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5642699" y="414126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output[count[(M[1]/1) % 10]-1]    =M[1]</a:t>
            </a:r>
          </a:p>
          <a:p>
            <a:r>
              <a:rPr lang="en-US" dirty="0"/>
              <a:t>     output[count[(12/1) % 10]-1]      =12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12% 10</a:t>
            </a:r>
            <a:r>
              <a:rPr lang="en-US" dirty="0"/>
              <a:t>]-1]              =12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2</a:t>
            </a:r>
            <a:r>
              <a:rPr lang="en-US" dirty="0"/>
              <a:t>]-1]                         =12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C39DE1-BF1B-F996-26CF-D3382752B94A}"/>
              </a:ext>
            </a:extLst>
          </p:cNvPr>
          <p:cNvCxnSpPr>
            <a:cxnSpLocks/>
          </p:cNvCxnSpPr>
          <p:nvPr/>
        </p:nvCxnSpPr>
        <p:spPr>
          <a:xfrm flipH="1" flipV="1">
            <a:off x="8481911" y="78545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0B3BB8-2665-EF52-D653-34BB83B0AF71}"/>
              </a:ext>
            </a:extLst>
          </p:cNvPr>
          <p:cNvCxnSpPr>
            <a:cxnSpLocks/>
          </p:cNvCxnSpPr>
          <p:nvPr/>
        </p:nvCxnSpPr>
        <p:spPr>
          <a:xfrm>
            <a:off x="8476692" y="55221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3387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dirty="0">
                <a:highlight>
                  <a:srgbClr val="00FFFF"/>
                </a:highlight>
              </a:rPr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rgbClr val="00FFFF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5642699" y="414126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output[count[(M[1]/1) % 10]-1]    =M[1]</a:t>
            </a:r>
          </a:p>
          <a:p>
            <a:r>
              <a:rPr lang="en-US" dirty="0"/>
              <a:t>     output[count[(12/1) % 10]-1]      =12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12% 10</a:t>
            </a:r>
            <a:r>
              <a:rPr lang="en-US" dirty="0"/>
              <a:t>]-1]              =12</a:t>
            </a:r>
          </a:p>
          <a:p>
            <a:r>
              <a:rPr lang="en-US" dirty="0"/>
              <a:t>     output[</a:t>
            </a:r>
            <a:r>
              <a:rPr lang="en-US" dirty="0">
                <a:highlight>
                  <a:srgbClr val="00FFFF"/>
                </a:highlight>
              </a:rPr>
              <a:t>count[2]</a:t>
            </a:r>
            <a:r>
              <a:rPr lang="en-US" dirty="0"/>
              <a:t>-1]                         =12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C39DE1-BF1B-F996-26CF-D3382752B94A}"/>
              </a:ext>
            </a:extLst>
          </p:cNvPr>
          <p:cNvCxnSpPr>
            <a:cxnSpLocks/>
          </p:cNvCxnSpPr>
          <p:nvPr/>
        </p:nvCxnSpPr>
        <p:spPr>
          <a:xfrm flipH="1" flipV="1">
            <a:off x="8481911" y="78545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0B3BB8-2665-EF52-D653-34BB83B0AF71}"/>
              </a:ext>
            </a:extLst>
          </p:cNvPr>
          <p:cNvCxnSpPr>
            <a:cxnSpLocks/>
          </p:cNvCxnSpPr>
          <p:nvPr/>
        </p:nvCxnSpPr>
        <p:spPr>
          <a:xfrm>
            <a:off x="8476692" y="55221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6867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dirty="0">
                <a:highlight>
                  <a:srgbClr val="00FFFF"/>
                </a:highlight>
              </a:rPr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rgbClr val="00FFFF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5642699" y="414126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output[count[(M[1]/1) % 10]-1]    =M[1]</a:t>
            </a:r>
          </a:p>
          <a:p>
            <a:r>
              <a:rPr lang="en-US" dirty="0"/>
              <a:t>     output[count[(12/1) % 10]-1]      =12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12% 10</a:t>
            </a:r>
            <a:r>
              <a:rPr lang="en-US" dirty="0"/>
              <a:t>]-1]              =12</a:t>
            </a:r>
          </a:p>
          <a:p>
            <a:r>
              <a:rPr lang="en-US" dirty="0"/>
              <a:t>     output[</a:t>
            </a:r>
            <a:r>
              <a:rPr lang="en-US" dirty="0">
                <a:highlight>
                  <a:srgbClr val="00FFFF"/>
                </a:highlight>
              </a:rPr>
              <a:t>count[2]-1</a:t>
            </a:r>
            <a:r>
              <a:rPr lang="en-US" dirty="0"/>
              <a:t>]                         =12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C39DE1-BF1B-F996-26CF-D3382752B94A}"/>
              </a:ext>
            </a:extLst>
          </p:cNvPr>
          <p:cNvCxnSpPr>
            <a:cxnSpLocks/>
          </p:cNvCxnSpPr>
          <p:nvPr/>
        </p:nvCxnSpPr>
        <p:spPr>
          <a:xfrm flipH="1" flipV="1">
            <a:off x="8481911" y="78545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0B3BB8-2665-EF52-D653-34BB83B0AF71}"/>
              </a:ext>
            </a:extLst>
          </p:cNvPr>
          <p:cNvCxnSpPr>
            <a:cxnSpLocks/>
          </p:cNvCxnSpPr>
          <p:nvPr/>
        </p:nvCxnSpPr>
        <p:spPr>
          <a:xfrm>
            <a:off x="8476692" y="55221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297ECF3-B5F9-791F-5D82-15FEAEA7D5E1}"/>
              </a:ext>
            </a:extLst>
          </p:cNvPr>
          <p:cNvSpPr/>
          <p:nvPr/>
        </p:nvSpPr>
        <p:spPr>
          <a:xfrm>
            <a:off x="7960597" y="4586812"/>
            <a:ext cx="447821" cy="432872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206062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5642699" y="414126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</a:t>
            </a:r>
            <a:r>
              <a:rPr lang="en-US" dirty="0">
                <a:highlight>
                  <a:srgbClr val="00FFFF"/>
                </a:highlight>
              </a:rPr>
              <a:t>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output[count[(M[1]/1) % 10]-1]    =M[1]</a:t>
            </a:r>
          </a:p>
          <a:p>
            <a:r>
              <a:rPr lang="en-US" dirty="0"/>
              <a:t>     output[count[(12/1) % 10]-1]      =12</a:t>
            </a:r>
          </a:p>
          <a:p>
            <a:r>
              <a:rPr lang="en-US" dirty="0"/>
              <a:t>     output[count[12% 10]-1]              =12</a:t>
            </a:r>
          </a:p>
          <a:p>
            <a:r>
              <a:rPr lang="en-US" dirty="0"/>
              <a:t>     output[count[2]-1]                         =12</a:t>
            </a:r>
          </a:p>
          <a:p>
            <a:r>
              <a:rPr lang="en-US" dirty="0"/>
              <a:t>     output[3-1]                                      =12</a:t>
            </a:r>
          </a:p>
          <a:p>
            <a:r>
              <a:rPr lang="en-US" dirty="0"/>
              <a:t>     output[2]                                          =12</a:t>
            </a:r>
          </a:p>
          <a:p>
            <a:r>
              <a:rPr lang="en-US" dirty="0"/>
              <a:t>     </a:t>
            </a:r>
            <a:r>
              <a:rPr lang="en-US" dirty="0">
                <a:highlight>
                  <a:srgbClr val="00FF00"/>
                </a:highlight>
              </a:rPr>
              <a:t>count[2] = count[2] – 1=3-1=2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C39DE1-BF1B-F996-26CF-D3382752B94A}"/>
              </a:ext>
            </a:extLst>
          </p:cNvPr>
          <p:cNvCxnSpPr>
            <a:cxnSpLocks/>
          </p:cNvCxnSpPr>
          <p:nvPr/>
        </p:nvCxnSpPr>
        <p:spPr>
          <a:xfrm flipH="1" flipV="1">
            <a:off x="8481911" y="78545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0B3BB8-2665-EF52-D653-34BB83B0AF71}"/>
              </a:ext>
            </a:extLst>
          </p:cNvPr>
          <p:cNvCxnSpPr>
            <a:cxnSpLocks/>
          </p:cNvCxnSpPr>
          <p:nvPr/>
        </p:nvCxnSpPr>
        <p:spPr>
          <a:xfrm>
            <a:off x="8476692" y="55221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0741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5642699" y="414126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</a:t>
            </a:r>
            <a:r>
              <a:rPr lang="en-US" dirty="0">
                <a:highlight>
                  <a:srgbClr val="FF0000"/>
                </a:highlight>
              </a:rPr>
              <a:t>[(M[0]/1</a:t>
            </a:r>
            <a:r>
              <a:rPr lang="en-US" dirty="0"/>
              <a:t>) % 10]-1]    =M[0]</a:t>
            </a:r>
          </a:p>
          <a:p>
            <a:r>
              <a:rPr lang="en-US" dirty="0"/>
              <a:t>     output[count</a:t>
            </a:r>
            <a:r>
              <a:rPr lang="en-US" dirty="0">
                <a:highlight>
                  <a:srgbClr val="FF0000"/>
                </a:highlight>
              </a:rPr>
              <a:t>[(66/1) </a:t>
            </a:r>
            <a:r>
              <a:rPr lang="en-US" dirty="0"/>
              <a:t>% 10]-1]      =66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C39DE1-BF1B-F996-26CF-D3382752B94A}"/>
              </a:ext>
            </a:extLst>
          </p:cNvPr>
          <p:cNvCxnSpPr>
            <a:cxnSpLocks/>
          </p:cNvCxnSpPr>
          <p:nvPr/>
        </p:nvCxnSpPr>
        <p:spPr>
          <a:xfrm flipH="1" flipV="1">
            <a:off x="8481911" y="78545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0B3BB8-2665-EF52-D653-34BB83B0AF71}"/>
              </a:ext>
            </a:extLst>
          </p:cNvPr>
          <p:cNvCxnSpPr>
            <a:cxnSpLocks/>
          </p:cNvCxnSpPr>
          <p:nvPr/>
        </p:nvCxnSpPr>
        <p:spPr>
          <a:xfrm>
            <a:off x="8476692" y="55221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04C24C-F7F5-595A-7C0A-1C126733442F}"/>
              </a:ext>
            </a:extLst>
          </p:cNvPr>
          <p:cNvCxnSpPr>
            <a:cxnSpLocks/>
          </p:cNvCxnSpPr>
          <p:nvPr/>
        </p:nvCxnSpPr>
        <p:spPr>
          <a:xfrm flipH="1" flipV="1">
            <a:off x="7603799" y="56772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A4884B7-D460-0920-9780-5EEB8EB35A6F}"/>
              </a:ext>
            </a:extLst>
          </p:cNvPr>
          <p:cNvCxnSpPr>
            <a:cxnSpLocks/>
          </p:cNvCxnSpPr>
          <p:nvPr/>
        </p:nvCxnSpPr>
        <p:spPr>
          <a:xfrm>
            <a:off x="7598580" y="3344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2705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5642699" y="414126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output[count[(M[0]/1) % 10]-1]    =M[0]</a:t>
            </a:r>
          </a:p>
          <a:p>
            <a:r>
              <a:rPr lang="en-US" dirty="0"/>
              <a:t>     output[count[(66/1) % 10]-1]        =66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66% 10</a:t>
            </a:r>
            <a:r>
              <a:rPr lang="en-US" dirty="0"/>
              <a:t>]-1]                =66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C39DE1-BF1B-F996-26CF-D3382752B94A}"/>
              </a:ext>
            </a:extLst>
          </p:cNvPr>
          <p:cNvCxnSpPr>
            <a:cxnSpLocks/>
          </p:cNvCxnSpPr>
          <p:nvPr/>
        </p:nvCxnSpPr>
        <p:spPr>
          <a:xfrm flipH="1" flipV="1">
            <a:off x="8481911" y="78545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0B3BB8-2665-EF52-D653-34BB83B0AF71}"/>
              </a:ext>
            </a:extLst>
          </p:cNvPr>
          <p:cNvCxnSpPr>
            <a:cxnSpLocks/>
          </p:cNvCxnSpPr>
          <p:nvPr/>
        </p:nvCxnSpPr>
        <p:spPr>
          <a:xfrm>
            <a:off x="8476692" y="55221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04C24C-F7F5-595A-7C0A-1C126733442F}"/>
              </a:ext>
            </a:extLst>
          </p:cNvPr>
          <p:cNvCxnSpPr>
            <a:cxnSpLocks/>
          </p:cNvCxnSpPr>
          <p:nvPr/>
        </p:nvCxnSpPr>
        <p:spPr>
          <a:xfrm flipH="1" flipV="1">
            <a:off x="7603799" y="56772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A4884B7-D460-0920-9780-5EEB8EB35A6F}"/>
              </a:ext>
            </a:extLst>
          </p:cNvPr>
          <p:cNvCxnSpPr>
            <a:cxnSpLocks/>
          </p:cNvCxnSpPr>
          <p:nvPr/>
        </p:nvCxnSpPr>
        <p:spPr>
          <a:xfrm>
            <a:off x="7598580" y="3344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7413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5642699" y="414126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output[count[(M[0]/1) % 10]-1]    =M[0]</a:t>
            </a:r>
          </a:p>
          <a:p>
            <a:r>
              <a:rPr lang="en-US" dirty="0"/>
              <a:t>     output[count[(66/1) % 10]-1]        =66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66% 10</a:t>
            </a:r>
            <a:r>
              <a:rPr lang="en-US" dirty="0"/>
              <a:t>]-1]                =66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6</a:t>
            </a:r>
            <a:r>
              <a:rPr lang="en-US" dirty="0"/>
              <a:t>]-1]                           =66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C39DE1-BF1B-F996-26CF-D3382752B94A}"/>
              </a:ext>
            </a:extLst>
          </p:cNvPr>
          <p:cNvCxnSpPr>
            <a:cxnSpLocks/>
          </p:cNvCxnSpPr>
          <p:nvPr/>
        </p:nvCxnSpPr>
        <p:spPr>
          <a:xfrm flipH="1" flipV="1">
            <a:off x="8481911" y="78545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0B3BB8-2665-EF52-D653-34BB83B0AF71}"/>
              </a:ext>
            </a:extLst>
          </p:cNvPr>
          <p:cNvCxnSpPr>
            <a:cxnSpLocks/>
          </p:cNvCxnSpPr>
          <p:nvPr/>
        </p:nvCxnSpPr>
        <p:spPr>
          <a:xfrm>
            <a:off x="8476692" y="55221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04C24C-F7F5-595A-7C0A-1C126733442F}"/>
              </a:ext>
            </a:extLst>
          </p:cNvPr>
          <p:cNvCxnSpPr>
            <a:cxnSpLocks/>
          </p:cNvCxnSpPr>
          <p:nvPr/>
        </p:nvCxnSpPr>
        <p:spPr>
          <a:xfrm flipH="1" flipV="1">
            <a:off x="7603799" y="56772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A4884B7-D460-0920-9780-5EEB8EB35A6F}"/>
              </a:ext>
            </a:extLst>
          </p:cNvPr>
          <p:cNvCxnSpPr>
            <a:cxnSpLocks/>
          </p:cNvCxnSpPr>
          <p:nvPr/>
        </p:nvCxnSpPr>
        <p:spPr>
          <a:xfrm>
            <a:off x="7598580" y="3344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8096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dirty="0">
                <a:highlight>
                  <a:srgbClr val="00FFFF"/>
                </a:highlight>
              </a:rPr>
              <a:t>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5642699" y="414126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output[count[(M[0]/1) % 10]-1]    =M[0]</a:t>
            </a:r>
          </a:p>
          <a:p>
            <a:r>
              <a:rPr lang="en-US" dirty="0"/>
              <a:t>     output[count[(66/1) % 10]-1]        =66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66% 10</a:t>
            </a:r>
            <a:r>
              <a:rPr lang="en-US" dirty="0"/>
              <a:t>]-1]                =66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6</a:t>
            </a:r>
            <a:r>
              <a:rPr lang="en-US" dirty="0"/>
              <a:t>]-1]                           =66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C39DE1-BF1B-F996-26CF-D3382752B94A}"/>
              </a:ext>
            </a:extLst>
          </p:cNvPr>
          <p:cNvCxnSpPr>
            <a:cxnSpLocks/>
          </p:cNvCxnSpPr>
          <p:nvPr/>
        </p:nvCxnSpPr>
        <p:spPr>
          <a:xfrm flipH="1" flipV="1">
            <a:off x="8481911" y="78545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0B3BB8-2665-EF52-D653-34BB83B0AF71}"/>
              </a:ext>
            </a:extLst>
          </p:cNvPr>
          <p:cNvCxnSpPr>
            <a:cxnSpLocks/>
          </p:cNvCxnSpPr>
          <p:nvPr/>
        </p:nvCxnSpPr>
        <p:spPr>
          <a:xfrm>
            <a:off x="8476692" y="55221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04C24C-F7F5-595A-7C0A-1C126733442F}"/>
              </a:ext>
            </a:extLst>
          </p:cNvPr>
          <p:cNvCxnSpPr>
            <a:cxnSpLocks/>
          </p:cNvCxnSpPr>
          <p:nvPr/>
        </p:nvCxnSpPr>
        <p:spPr>
          <a:xfrm flipH="1" flipV="1">
            <a:off x="7603799" y="56772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A4884B7-D460-0920-9780-5EEB8EB35A6F}"/>
              </a:ext>
            </a:extLst>
          </p:cNvPr>
          <p:cNvCxnSpPr>
            <a:cxnSpLocks/>
          </p:cNvCxnSpPr>
          <p:nvPr/>
        </p:nvCxnSpPr>
        <p:spPr>
          <a:xfrm>
            <a:off x="7598580" y="3344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1823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dirty="0">
                <a:highlight>
                  <a:srgbClr val="00FFFF"/>
                </a:highlight>
              </a:rPr>
              <a:t>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rgbClr val="00FFFF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5642699" y="414126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output[count[(M[0]/1) % 10]-1]    =M[0]</a:t>
            </a:r>
          </a:p>
          <a:p>
            <a:r>
              <a:rPr lang="en-US" dirty="0"/>
              <a:t>     output[count[(66/1) % 10]-1]        =66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66% 10</a:t>
            </a:r>
            <a:r>
              <a:rPr lang="en-US" dirty="0"/>
              <a:t>]-1]                =66</a:t>
            </a:r>
          </a:p>
          <a:p>
            <a:r>
              <a:rPr lang="en-US" dirty="0"/>
              <a:t>     output[</a:t>
            </a:r>
            <a:r>
              <a:rPr lang="en-US" dirty="0">
                <a:highlight>
                  <a:srgbClr val="00FFFF"/>
                </a:highlight>
              </a:rPr>
              <a:t>count[6]</a:t>
            </a:r>
            <a:r>
              <a:rPr lang="en-US" dirty="0"/>
              <a:t>-1]                           =66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C39DE1-BF1B-F996-26CF-D3382752B94A}"/>
              </a:ext>
            </a:extLst>
          </p:cNvPr>
          <p:cNvCxnSpPr>
            <a:cxnSpLocks/>
          </p:cNvCxnSpPr>
          <p:nvPr/>
        </p:nvCxnSpPr>
        <p:spPr>
          <a:xfrm flipH="1" flipV="1">
            <a:off x="8481911" y="78545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0B3BB8-2665-EF52-D653-34BB83B0AF71}"/>
              </a:ext>
            </a:extLst>
          </p:cNvPr>
          <p:cNvCxnSpPr>
            <a:cxnSpLocks/>
          </p:cNvCxnSpPr>
          <p:nvPr/>
        </p:nvCxnSpPr>
        <p:spPr>
          <a:xfrm>
            <a:off x="8476692" y="55221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04C24C-F7F5-595A-7C0A-1C126733442F}"/>
              </a:ext>
            </a:extLst>
          </p:cNvPr>
          <p:cNvCxnSpPr>
            <a:cxnSpLocks/>
          </p:cNvCxnSpPr>
          <p:nvPr/>
        </p:nvCxnSpPr>
        <p:spPr>
          <a:xfrm flipH="1" flipV="1">
            <a:off x="7603799" y="56772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A4884B7-D460-0920-9780-5EEB8EB35A6F}"/>
              </a:ext>
            </a:extLst>
          </p:cNvPr>
          <p:cNvCxnSpPr>
            <a:cxnSpLocks/>
          </p:cNvCxnSpPr>
          <p:nvPr/>
        </p:nvCxnSpPr>
        <p:spPr>
          <a:xfrm>
            <a:off x="7598580" y="3344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3414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dirty="0">
                <a:highlight>
                  <a:srgbClr val="00FFFF"/>
                </a:highlight>
              </a:rPr>
              <a:t>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rgbClr val="00FFFF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5642699" y="414126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568241" y="5539146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output[count[(M[</a:t>
            </a:r>
            <a:r>
              <a:rPr lang="en-US" dirty="0" err="1"/>
              <a:t>i</a:t>
            </a:r>
            <a:r>
              <a:rPr lang="en-US" dirty="0"/>
              <a:t>]/pos) % 10]-1]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output[count[(M[0]/1) % 10]-1]    =M[0]</a:t>
            </a:r>
          </a:p>
          <a:p>
            <a:r>
              <a:rPr lang="en-US" dirty="0"/>
              <a:t>     output[count[(66/1) % 10]-1]        =66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66% 10</a:t>
            </a:r>
            <a:r>
              <a:rPr lang="en-US" dirty="0"/>
              <a:t>]-1]                =66</a:t>
            </a:r>
          </a:p>
          <a:p>
            <a:r>
              <a:rPr lang="en-US" dirty="0"/>
              <a:t>     output[</a:t>
            </a:r>
            <a:r>
              <a:rPr lang="en-US" dirty="0">
                <a:highlight>
                  <a:srgbClr val="00FFFF"/>
                </a:highlight>
              </a:rPr>
              <a:t>count[6]-1</a:t>
            </a:r>
            <a:r>
              <a:rPr lang="en-US" dirty="0"/>
              <a:t>]                           =66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C39DE1-BF1B-F996-26CF-D3382752B94A}"/>
              </a:ext>
            </a:extLst>
          </p:cNvPr>
          <p:cNvCxnSpPr>
            <a:cxnSpLocks/>
          </p:cNvCxnSpPr>
          <p:nvPr/>
        </p:nvCxnSpPr>
        <p:spPr>
          <a:xfrm flipH="1" flipV="1">
            <a:off x="8481911" y="78545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0B3BB8-2665-EF52-D653-34BB83B0AF71}"/>
              </a:ext>
            </a:extLst>
          </p:cNvPr>
          <p:cNvCxnSpPr>
            <a:cxnSpLocks/>
          </p:cNvCxnSpPr>
          <p:nvPr/>
        </p:nvCxnSpPr>
        <p:spPr>
          <a:xfrm>
            <a:off x="8476692" y="55221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04C24C-F7F5-595A-7C0A-1C126733442F}"/>
              </a:ext>
            </a:extLst>
          </p:cNvPr>
          <p:cNvCxnSpPr>
            <a:cxnSpLocks/>
          </p:cNvCxnSpPr>
          <p:nvPr/>
        </p:nvCxnSpPr>
        <p:spPr>
          <a:xfrm flipH="1" flipV="1">
            <a:off x="7603799" y="56772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A4884B7-D460-0920-9780-5EEB8EB35A6F}"/>
              </a:ext>
            </a:extLst>
          </p:cNvPr>
          <p:cNvCxnSpPr>
            <a:cxnSpLocks/>
          </p:cNvCxnSpPr>
          <p:nvPr/>
        </p:nvCxnSpPr>
        <p:spPr>
          <a:xfrm>
            <a:off x="7598580" y="3344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22421EA-CBFE-F0ED-3500-2D692D004102}"/>
              </a:ext>
            </a:extLst>
          </p:cNvPr>
          <p:cNvSpPr/>
          <p:nvPr/>
        </p:nvSpPr>
        <p:spPr>
          <a:xfrm>
            <a:off x="9835117" y="4586812"/>
            <a:ext cx="447821" cy="432872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817001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dirty="0">
                <a:highlight>
                  <a:srgbClr val="00FFFF"/>
                </a:highlight>
              </a:rPr>
              <a:t>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rgbClr val="00FFFF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5642699" y="414126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938074" y="5537507"/>
            <a:ext cx="105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output[count[(M[</a:t>
            </a:r>
            <a:r>
              <a:rPr lang="en-US" dirty="0" err="1"/>
              <a:t>i</a:t>
            </a:r>
            <a:r>
              <a:rPr lang="en-US" dirty="0"/>
              <a:t>]/pos) % 10]-1] 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output[count[(M[0]/1) % 10]-1]     = M[0]</a:t>
            </a:r>
          </a:p>
          <a:p>
            <a:r>
              <a:rPr lang="en-US" dirty="0"/>
              <a:t>     output[count[(66/1) % 10]-1]         = 66</a:t>
            </a:r>
          </a:p>
          <a:p>
            <a:r>
              <a:rPr lang="en-US" dirty="0"/>
              <a:t>     output[count[</a:t>
            </a:r>
            <a:r>
              <a:rPr lang="en-US" dirty="0">
                <a:highlight>
                  <a:srgbClr val="00FFFF"/>
                </a:highlight>
              </a:rPr>
              <a:t>66% 10</a:t>
            </a:r>
            <a:r>
              <a:rPr lang="en-US" dirty="0"/>
              <a:t>]-1]                = 66</a:t>
            </a:r>
          </a:p>
          <a:p>
            <a:r>
              <a:rPr lang="en-US" dirty="0"/>
              <a:t>     output[</a:t>
            </a:r>
            <a:r>
              <a:rPr lang="en-US" dirty="0">
                <a:highlight>
                  <a:srgbClr val="00FFFF"/>
                </a:highlight>
              </a:rPr>
              <a:t>count[6]-1</a:t>
            </a:r>
            <a:r>
              <a:rPr lang="en-US" dirty="0"/>
              <a:t>]                           = 66</a:t>
            </a:r>
          </a:p>
          <a:p>
            <a:r>
              <a:rPr lang="en-US" dirty="0"/>
              <a:t>     output[5-1]                                        = 66</a:t>
            </a:r>
          </a:p>
          <a:p>
            <a:r>
              <a:rPr lang="en-US" dirty="0"/>
              <a:t>     output[</a:t>
            </a:r>
            <a:r>
              <a:rPr lang="en-US" dirty="0">
                <a:highlight>
                  <a:srgbClr val="00FFFF"/>
                </a:highlight>
              </a:rPr>
              <a:t>4</a:t>
            </a:r>
            <a:r>
              <a:rPr lang="en-US" dirty="0"/>
              <a:t>]                                           = 66</a:t>
            </a:r>
          </a:p>
          <a:p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C39DE1-BF1B-F996-26CF-D3382752B94A}"/>
              </a:ext>
            </a:extLst>
          </p:cNvPr>
          <p:cNvCxnSpPr>
            <a:cxnSpLocks/>
          </p:cNvCxnSpPr>
          <p:nvPr/>
        </p:nvCxnSpPr>
        <p:spPr>
          <a:xfrm flipH="1" flipV="1">
            <a:off x="8481911" y="78545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0B3BB8-2665-EF52-D653-34BB83B0AF71}"/>
              </a:ext>
            </a:extLst>
          </p:cNvPr>
          <p:cNvCxnSpPr>
            <a:cxnSpLocks/>
          </p:cNvCxnSpPr>
          <p:nvPr/>
        </p:nvCxnSpPr>
        <p:spPr>
          <a:xfrm>
            <a:off x="8476692" y="55221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04C24C-F7F5-595A-7C0A-1C126733442F}"/>
              </a:ext>
            </a:extLst>
          </p:cNvPr>
          <p:cNvCxnSpPr>
            <a:cxnSpLocks/>
          </p:cNvCxnSpPr>
          <p:nvPr/>
        </p:nvCxnSpPr>
        <p:spPr>
          <a:xfrm flipH="1" flipV="1">
            <a:off x="7603799" y="56772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A4884B7-D460-0920-9780-5EEB8EB35A6F}"/>
              </a:ext>
            </a:extLst>
          </p:cNvPr>
          <p:cNvCxnSpPr>
            <a:cxnSpLocks/>
          </p:cNvCxnSpPr>
          <p:nvPr/>
        </p:nvCxnSpPr>
        <p:spPr>
          <a:xfrm>
            <a:off x="7598580" y="3344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22421EA-CBFE-F0ED-3500-2D692D004102}"/>
              </a:ext>
            </a:extLst>
          </p:cNvPr>
          <p:cNvSpPr/>
          <p:nvPr/>
        </p:nvSpPr>
        <p:spPr>
          <a:xfrm>
            <a:off x="9835117" y="4586812"/>
            <a:ext cx="447821" cy="432872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899641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F236F-C6CD-2ECF-12CA-45F829A45788}"/>
              </a:ext>
            </a:extLst>
          </p:cNvPr>
          <p:cNvSpPr txBox="1"/>
          <p:nvPr/>
        </p:nvSpPr>
        <p:spPr>
          <a:xfrm>
            <a:off x="98474" y="182880"/>
            <a:ext cx="5997526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RadixSort</a:t>
            </a:r>
            <a:r>
              <a:rPr lang="en-US" sz="1400" dirty="0"/>
              <a:t>(a[], n):</a:t>
            </a:r>
          </a:p>
          <a:p>
            <a:r>
              <a:rPr lang="en-US" sz="1400" dirty="0"/>
              <a:t>   </a:t>
            </a:r>
            <a:r>
              <a:rPr lang="en-US" sz="1600" b="1" dirty="0"/>
              <a:t>1.</a:t>
            </a:r>
            <a:r>
              <a:rPr lang="en-US" sz="1400" dirty="0"/>
              <a:t> // Find the maximum element of the list</a:t>
            </a:r>
          </a:p>
          <a:p>
            <a:r>
              <a:rPr lang="en-US" sz="1400" dirty="0"/>
              <a:t>   max = ....</a:t>
            </a:r>
          </a:p>
          <a:p>
            <a:r>
              <a:rPr lang="en-US" sz="1400" dirty="0"/>
              <a:t>   // applying counting sort for each digit in each number of </a:t>
            </a:r>
          </a:p>
          <a:p>
            <a:r>
              <a:rPr lang="en-US" sz="1400" dirty="0"/>
              <a:t>   //the input list</a:t>
            </a:r>
          </a:p>
          <a:p>
            <a:r>
              <a:rPr lang="en-US" sz="1600" b="1" dirty="0"/>
              <a:t>  </a:t>
            </a:r>
            <a:r>
              <a:rPr lang="en-US" sz="1600" b="1" dirty="0">
                <a:highlight>
                  <a:srgbClr val="00FF00"/>
                </a:highlight>
              </a:rPr>
              <a:t>2. </a:t>
            </a:r>
            <a:r>
              <a:rPr lang="en-US" sz="1400" dirty="0">
                <a:highlight>
                  <a:srgbClr val="00FF00"/>
                </a:highlight>
              </a:rPr>
              <a:t>For (pos=1 to max/pos&gt;0):</a:t>
            </a:r>
          </a:p>
          <a:p>
            <a:r>
              <a:rPr lang="en-US" sz="1400" dirty="0">
                <a:highlight>
                  <a:srgbClr val="00FF00"/>
                </a:highlight>
              </a:rPr>
              <a:t>      </a:t>
            </a:r>
            <a:r>
              <a:rPr lang="en-US" sz="1400" dirty="0" err="1">
                <a:highlight>
                  <a:srgbClr val="00FF00"/>
                </a:highlight>
              </a:rPr>
              <a:t>countSort</a:t>
            </a:r>
            <a:r>
              <a:rPr lang="en-US" sz="1400" dirty="0">
                <a:highlight>
                  <a:srgbClr val="00FF00"/>
                </a:highlight>
              </a:rPr>
              <a:t>(</a:t>
            </a:r>
            <a:r>
              <a:rPr lang="en-US" sz="1400" dirty="0" err="1">
                <a:highlight>
                  <a:srgbClr val="00FF00"/>
                </a:highlight>
              </a:rPr>
              <a:t>a,n,pos</a:t>
            </a:r>
            <a:r>
              <a:rPr lang="en-US" sz="1400" dirty="0">
                <a:highlight>
                  <a:srgbClr val="00FF00"/>
                </a:highlight>
              </a:rPr>
              <a:t>)</a:t>
            </a:r>
          </a:p>
          <a:p>
            <a:r>
              <a:rPr lang="en-US" sz="1400" dirty="0"/>
              <a:t>      pos=pos*10</a:t>
            </a:r>
          </a:p>
          <a:p>
            <a:endParaRPr lang="en-US" dirty="0"/>
          </a:p>
          <a:p>
            <a:r>
              <a:rPr lang="en-US" sz="1600" dirty="0" err="1"/>
              <a:t>countSort</a:t>
            </a:r>
            <a:r>
              <a:rPr lang="en-US" sz="1600" dirty="0"/>
              <a:t>(M, n, pos)</a:t>
            </a:r>
          </a:p>
          <a:p>
            <a:r>
              <a:rPr lang="en-US" sz="1600" dirty="0"/>
              <a:t>   Initialize count[0…9] because range of digit is 0 to 9 with zeros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// find the specific position digit and  Count occurrences of each digit</a:t>
            </a:r>
          </a:p>
          <a:p>
            <a:r>
              <a:rPr lang="en-US" sz="1600" b="1" dirty="0"/>
              <a:t>  1.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0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count[(M[</a:t>
            </a:r>
            <a:r>
              <a:rPr lang="en-US" sz="1600" dirty="0" err="1"/>
              <a:t>i</a:t>
            </a:r>
            <a:r>
              <a:rPr lang="en-US" sz="1600" dirty="0"/>
              <a:t>]/pos) % 10]++</a:t>
            </a:r>
          </a:p>
          <a:p>
            <a:endParaRPr lang="en-US" sz="1600" dirty="0"/>
          </a:p>
          <a:p>
            <a:r>
              <a:rPr lang="en-US" sz="1600" dirty="0"/>
              <a:t> // Calculate cumulative count of each digit</a:t>
            </a:r>
          </a:p>
          <a:p>
            <a:r>
              <a:rPr lang="en-US" sz="1600" b="1" dirty="0"/>
              <a:t>   2.</a:t>
            </a:r>
            <a:r>
              <a:rPr lang="en-US" sz="1600" dirty="0"/>
              <a:t> for </a:t>
            </a:r>
            <a:r>
              <a:rPr lang="en-US" sz="1600" dirty="0" err="1"/>
              <a:t>i</a:t>
            </a:r>
            <a:r>
              <a:rPr lang="en-US" sz="1600" dirty="0"/>
              <a:t> = 1 to 10:</a:t>
            </a:r>
          </a:p>
          <a:p>
            <a:r>
              <a:rPr lang="en-US" sz="1600" dirty="0"/>
              <a:t>      count[</a:t>
            </a:r>
            <a:r>
              <a:rPr lang="en-US" sz="1600" dirty="0" err="1"/>
              <a:t>i</a:t>
            </a:r>
            <a:r>
              <a:rPr lang="en-US" sz="1600" dirty="0"/>
              <a:t>] = count[</a:t>
            </a:r>
            <a:r>
              <a:rPr lang="en-US" sz="1600" dirty="0" err="1"/>
              <a:t>i</a:t>
            </a:r>
            <a:r>
              <a:rPr lang="en-US" sz="1600" dirty="0"/>
              <a:t>] + count[i-1]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b="1" dirty="0">
                <a:highlight>
                  <a:srgbClr val="FFFF00"/>
                </a:highlight>
              </a:rPr>
              <a:t>3.  </a:t>
            </a:r>
            <a:r>
              <a:rPr lang="en-US" sz="1600" dirty="0">
                <a:highlight>
                  <a:srgbClr val="FFFF00"/>
                </a:highlight>
              </a:rPr>
              <a:t>for 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= </a:t>
            </a:r>
            <a:r>
              <a:rPr lang="en-US" sz="1600" dirty="0" err="1">
                <a:highlight>
                  <a:srgbClr val="FFFF00"/>
                </a:highlight>
              </a:rPr>
              <a:t>M.length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downto</a:t>
            </a:r>
            <a:r>
              <a:rPr lang="en-US" sz="1600" dirty="0">
                <a:highlight>
                  <a:srgbClr val="FFFF00"/>
                </a:highlight>
              </a:rPr>
              <a:t> 1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output[count[(M[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10]-1] = 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    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    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= count[(M[</a:t>
            </a:r>
            <a:r>
              <a:rPr lang="en-US" sz="1600" dirty="0" err="1">
                <a:highlight>
                  <a:srgbClr val="FFFF00"/>
                </a:highlight>
              </a:rPr>
              <a:t>i</a:t>
            </a:r>
            <a:r>
              <a:rPr lang="en-US" sz="1600" dirty="0">
                <a:highlight>
                  <a:srgbClr val="FFFF00"/>
                </a:highlight>
              </a:rPr>
              <a:t>]/pos) % 10] - 1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//Return all digit wise sorted values to main array  </a:t>
            </a:r>
          </a:p>
          <a:p>
            <a:r>
              <a:rPr lang="en-US" sz="1600" dirty="0"/>
              <a:t>  </a:t>
            </a:r>
            <a:r>
              <a:rPr lang="en-US" sz="1600" b="1" dirty="0"/>
              <a:t>4. </a:t>
            </a: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to </a:t>
            </a:r>
            <a:r>
              <a:rPr lang="en-US" sz="1600" dirty="0" err="1"/>
              <a:t>M.length</a:t>
            </a:r>
            <a:r>
              <a:rPr lang="en-US" sz="1600" dirty="0"/>
              <a:t>:</a:t>
            </a:r>
          </a:p>
          <a:p>
            <a:r>
              <a:rPr lang="en-US" sz="1600" dirty="0"/>
              <a:t>      M[</a:t>
            </a:r>
            <a:r>
              <a:rPr lang="en-US" sz="1600" dirty="0" err="1"/>
              <a:t>i</a:t>
            </a:r>
            <a:r>
              <a:rPr lang="en-US" sz="1600" dirty="0"/>
              <a:t>] = output[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CF2F-A986-2EB4-0A3C-C5C68389260F}"/>
              </a:ext>
            </a:extLst>
          </p:cNvPr>
          <p:cNvSpPr txBox="1"/>
          <p:nvPr/>
        </p:nvSpPr>
        <p:spPr>
          <a:xfrm>
            <a:off x="7058811" y="3491458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2FFDC-F208-D6AC-D242-B899A52B7A49}"/>
              </a:ext>
            </a:extLst>
          </p:cNvPr>
          <p:cNvSpPr txBox="1"/>
          <p:nvPr/>
        </p:nvSpPr>
        <p:spPr>
          <a:xfrm>
            <a:off x="7571129" y="3491457"/>
            <a:ext cx="312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4921E-9014-3249-B346-723FE97E2CBB}"/>
              </a:ext>
            </a:extLst>
          </p:cNvPr>
          <p:cNvSpPr txBox="1"/>
          <p:nvPr/>
        </p:nvSpPr>
        <p:spPr>
          <a:xfrm>
            <a:off x="7836045" y="3782764"/>
            <a:ext cx="67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E6004A-D741-796E-B485-17986E88BE94}"/>
              </a:ext>
            </a:extLst>
          </p:cNvPr>
          <p:cNvSpPr txBox="1"/>
          <p:nvPr/>
        </p:nvSpPr>
        <p:spPr>
          <a:xfrm>
            <a:off x="8491217" y="3491457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5AD2B-675B-52DE-AA01-36A43E6522B2}"/>
              </a:ext>
            </a:extLst>
          </p:cNvPr>
          <p:cNvSpPr txBox="1"/>
          <p:nvPr/>
        </p:nvSpPr>
        <p:spPr>
          <a:xfrm>
            <a:off x="8969795" y="3486383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87CB6D-B997-A5C0-CCCA-1490F3442FD4}"/>
              </a:ext>
            </a:extLst>
          </p:cNvPr>
          <p:cNvSpPr txBox="1"/>
          <p:nvPr/>
        </p:nvSpPr>
        <p:spPr>
          <a:xfrm>
            <a:off x="9385123" y="3467731"/>
            <a:ext cx="43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1E77D-0BCD-8C19-36BF-EC5E733884C3}"/>
              </a:ext>
            </a:extLst>
          </p:cNvPr>
          <p:cNvSpPr txBox="1"/>
          <p:nvPr/>
        </p:nvSpPr>
        <p:spPr>
          <a:xfrm>
            <a:off x="9725020" y="3757523"/>
            <a:ext cx="58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4EFA05-6DF6-9374-D1D2-7D9E7321AAA2}"/>
              </a:ext>
            </a:extLst>
          </p:cNvPr>
          <p:cNvSpPr/>
          <p:nvPr/>
        </p:nvSpPr>
        <p:spPr>
          <a:xfrm>
            <a:off x="7496999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B447E0-0F09-23E4-863E-19AFA7EC3722}"/>
              </a:ext>
            </a:extLst>
          </p:cNvPr>
          <p:cNvSpPr/>
          <p:nvPr/>
        </p:nvSpPr>
        <p:spPr>
          <a:xfrm>
            <a:off x="796272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C46FD2-F701-F73E-2CD0-4534316F4D0C}"/>
              </a:ext>
            </a:extLst>
          </p:cNvPr>
          <p:cNvSpPr/>
          <p:nvPr/>
        </p:nvSpPr>
        <p:spPr>
          <a:xfrm>
            <a:off x="8430875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84D893-7DEB-E424-43E1-3B47F8F43118}"/>
              </a:ext>
            </a:extLst>
          </p:cNvPr>
          <p:cNvSpPr/>
          <p:nvPr/>
        </p:nvSpPr>
        <p:spPr>
          <a:xfrm>
            <a:off x="8934157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2118E8-10EE-4697-1ABD-3600EA9A52C2}"/>
              </a:ext>
            </a:extLst>
          </p:cNvPr>
          <p:cNvSpPr/>
          <p:nvPr/>
        </p:nvSpPr>
        <p:spPr>
          <a:xfrm>
            <a:off x="9377008" y="4142862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4B089-33F2-A536-D414-48785ABBFB5A}"/>
              </a:ext>
            </a:extLst>
          </p:cNvPr>
          <p:cNvSpPr/>
          <p:nvPr/>
        </p:nvSpPr>
        <p:spPr>
          <a:xfrm>
            <a:off x="9824829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97BC7B-4783-54CD-109D-4E096F2A557D}"/>
              </a:ext>
            </a:extLst>
          </p:cNvPr>
          <p:cNvSpPr/>
          <p:nvPr/>
        </p:nvSpPr>
        <p:spPr>
          <a:xfrm>
            <a:off x="10267680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8DA21-CE36-8C20-51E7-29941EAF0A91}"/>
              </a:ext>
            </a:extLst>
          </p:cNvPr>
          <p:cNvSpPr txBox="1"/>
          <p:nvPr/>
        </p:nvSpPr>
        <p:spPr>
          <a:xfrm>
            <a:off x="10303407" y="3479594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32D36-D87D-6242-51A4-979AF046FEE3}"/>
              </a:ext>
            </a:extLst>
          </p:cNvPr>
          <p:cNvSpPr/>
          <p:nvPr/>
        </p:nvSpPr>
        <p:spPr>
          <a:xfrm>
            <a:off x="10714164" y="4137789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DEAC3-B06D-EE1D-73D0-1070DEFF09E6}"/>
              </a:ext>
            </a:extLst>
          </p:cNvPr>
          <p:cNvSpPr txBox="1"/>
          <p:nvPr/>
        </p:nvSpPr>
        <p:spPr>
          <a:xfrm>
            <a:off x="10746214" y="3459599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F52D45-25D8-4B98-91FA-41B6318D57CA}"/>
              </a:ext>
            </a:extLst>
          </p:cNvPr>
          <p:cNvSpPr/>
          <p:nvPr/>
        </p:nvSpPr>
        <p:spPr>
          <a:xfrm>
            <a:off x="7049178" y="4129610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8499FB-2026-F535-9C7D-3F700466636B}"/>
              </a:ext>
            </a:extLst>
          </p:cNvPr>
          <p:cNvSpPr/>
          <p:nvPr/>
        </p:nvSpPr>
        <p:spPr>
          <a:xfrm>
            <a:off x="11161984" y="4135443"/>
            <a:ext cx="447821" cy="4328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81F17C-31A2-859C-6C19-49FCB87C4A3C}"/>
              </a:ext>
            </a:extLst>
          </p:cNvPr>
          <p:cNvSpPr txBox="1"/>
          <p:nvPr/>
        </p:nvSpPr>
        <p:spPr>
          <a:xfrm>
            <a:off x="11204674" y="3467731"/>
            <a:ext cx="57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15105-4114-0884-3EFE-E9319DB6D8FE}"/>
              </a:ext>
            </a:extLst>
          </p:cNvPr>
          <p:cNvSpPr txBox="1"/>
          <p:nvPr/>
        </p:nvSpPr>
        <p:spPr>
          <a:xfrm>
            <a:off x="5642699" y="4141262"/>
            <a:ext cx="13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A3105-24BC-22EB-7750-143027EBE9A2}"/>
              </a:ext>
            </a:extLst>
          </p:cNvPr>
          <p:cNvSpPr txBox="1"/>
          <p:nvPr/>
        </p:nvSpPr>
        <p:spPr>
          <a:xfrm>
            <a:off x="6880719" y="300971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5268-D25F-CCA8-C854-F8594C56F364}"/>
              </a:ext>
            </a:extLst>
          </p:cNvPr>
          <p:cNvSpPr txBox="1"/>
          <p:nvPr/>
        </p:nvSpPr>
        <p:spPr>
          <a:xfrm>
            <a:off x="7768247" y="27996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D8F1F-43B6-3DDF-A5B2-218537251C19}"/>
              </a:ext>
            </a:extLst>
          </p:cNvPr>
          <p:cNvSpPr txBox="1"/>
          <p:nvPr/>
        </p:nvSpPr>
        <p:spPr>
          <a:xfrm>
            <a:off x="8716023" y="25895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7432-DA0C-99DB-7AE8-E648B23D53DA}"/>
              </a:ext>
            </a:extLst>
          </p:cNvPr>
          <p:cNvSpPr txBox="1"/>
          <p:nvPr/>
        </p:nvSpPr>
        <p:spPr>
          <a:xfrm>
            <a:off x="9745870" y="254579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5A2E-9787-2C84-CABD-A15A8E1E7AB9}"/>
              </a:ext>
            </a:extLst>
          </p:cNvPr>
          <p:cNvSpPr txBox="1"/>
          <p:nvPr/>
        </p:nvSpPr>
        <p:spPr>
          <a:xfrm>
            <a:off x="10660701" y="250205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9FC68-9382-FB71-16A4-BAED7A10C906}"/>
              </a:ext>
            </a:extLst>
          </p:cNvPr>
          <p:cNvSpPr/>
          <p:nvPr/>
        </p:nvSpPr>
        <p:spPr>
          <a:xfrm>
            <a:off x="7948423" y="658767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C036C-91CE-ABF5-09EA-088F9C576650}"/>
              </a:ext>
            </a:extLst>
          </p:cNvPr>
          <p:cNvSpPr/>
          <p:nvPr/>
        </p:nvSpPr>
        <p:spPr>
          <a:xfrm>
            <a:off x="8852781" y="656549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FB3C-EE8E-E7F3-39E5-1D0B1BB106D8}"/>
              </a:ext>
            </a:extLst>
          </p:cNvPr>
          <p:cNvSpPr/>
          <p:nvPr/>
        </p:nvSpPr>
        <p:spPr>
          <a:xfrm>
            <a:off x="9832769" y="657658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43EE5-35DF-C305-09BB-F992679D0E5B}"/>
              </a:ext>
            </a:extLst>
          </p:cNvPr>
          <p:cNvSpPr/>
          <p:nvPr/>
        </p:nvSpPr>
        <p:spPr>
          <a:xfrm>
            <a:off x="10781450" y="650403"/>
            <a:ext cx="918748" cy="604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E7E9C-9B00-C707-C15C-37256D471870}"/>
              </a:ext>
            </a:extLst>
          </p:cNvPr>
          <p:cNvSpPr/>
          <p:nvPr/>
        </p:nvSpPr>
        <p:spPr>
          <a:xfrm>
            <a:off x="7027460" y="666027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727A-9CCF-4A8E-C9F8-561E72ADEE3C}"/>
              </a:ext>
            </a:extLst>
          </p:cNvPr>
          <p:cNvSpPr txBox="1"/>
          <p:nvPr/>
        </p:nvSpPr>
        <p:spPr>
          <a:xfrm>
            <a:off x="5856642" y="756167"/>
            <a:ext cx="10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D6D9-D6AC-996F-D13D-7E243B37B602}"/>
              </a:ext>
            </a:extLst>
          </p:cNvPr>
          <p:cNvSpPr txBox="1"/>
          <p:nvPr/>
        </p:nvSpPr>
        <p:spPr>
          <a:xfrm>
            <a:off x="6788259" y="5589912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434B7-89AC-6CC6-90FA-8D7179C50AFA}"/>
              </a:ext>
            </a:extLst>
          </p:cNvPr>
          <p:cNvSpPr txBox="1"/>
          <p:nvPr/>
        </p:nvSpPr>
        <p:spPr>
          <a:xfrm>
            <a:off x="7675787" y="5568903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E17F-E2E5-B5C8-5953-B6023FEA9885}"/>
              </a:ext>
            </a:extLst>
          </p:cNvPr>
          <p:cNvSpPr txBox="1"/>
          <p:nvPr/>
        </p:nvSpPr>
        <p:spPr>
          <a:xfrm>
            <a:off x="8623563" y="5547894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66085-F6BA-272D-F923-4BE3CBABC0F2}"/>
              </a:ext>
            </a:extLst>
          </p:cNvPr>
          <p:cNvSpPr txBox="1"/>
          <p:nvPr/>
        </p:nvSpPr>
        <p:spPr>
          <a:xfrm>
            <a:off x="9653410" y="5543520"/>
            <a:ext cx="117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828B9B-C0DE-E446-8D12-188E510CC2A7}"/>
              </a:ext>
            </a:extLst>
          </p:cNvPr>
          <p:cNvSpPr txBox="1"/>
          <p:nvPr/>
        </p:nvSpPr>
        <p:spPr>
          <a:xfrm>
            <a:off x="10938074" y="5537507"/>
            <a:ext cx="105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 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0CF8C-DE01-286A-4B32-27E6248CC441}"/>
              </a:ext>
            </a:extLst>
          </p:cNvPr>
          <p:cNvSpPr/>
          <p:nvPr/>
        </p:nvSpPr>
        <p:spPr>
          <a:xfrm>
            <a:off x="7855963" y="5947708"/>
            <a:ext cx="918748" cy="604910"/>
          </a:xfrm>
          <a:prstGeom prst="rect">
            <a:avLst/>
          </a:prstGeom>
          <a:solidFill>
            <a:srgbClr val="C3C3C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E4CC18-2F62-8094-835E-75656A075103}"/>
              </a:ext>
            </a:extLst>
          </p:cNvPr>
          <p:cNvSpPr/>
          <p:nvPr/>
        </p:nvSpPr>
        <p:spPr>
          <a:xfrm>
            <a:off x="8821392" y="5945490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5E2724-17B3-43D7-CCE1-68B14944AD39}"/>
              </a:ext>
            </a:extLst>
          </p:cNvPr>
          <p:cNvSpPr/>
          <p:nvPr/>
        </p:nvSpPr>
        <p:spPr>
          <a:xfrm>
            <a:off x="9740309" y="5946599"/>
            <a:ext cx="918748" cy="604910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DBB3D-485F-68BC-70CD-D3DFD523D243}"/>
              </a:ext>
            </a:extLst>
          </p:cNvPr>
          <p:cNvSpPr/>
          <p:nvPr/>
        </p:nvSpPr>
        <p:spPr>
          <a:xfrm>
            <a:off x="10688990" y="5939344"/>
            <a:ext cx="918748" cy="604910"/>
          </a:xfrm>
          <a:prstGeom prst="rect">
            <a:avLst/>
          </a:prstGeom>
          <a:solidFill>
            <a:srgbClr val="B7B7B7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0A14E5C-35AE-4002-3A1B-2F45B371F01D}"/>
              </a:ext>
            </a:extLst>
          </p:cNvPr>
          <p:cNvSpPr/>
          <p:nvPr/>
        </p:nvSpPr>
        <p:spPr>
          <a:xfrm>
            <a:off x="6935000" y="5954968"/>
            <a:ext cx="918748" cy="6049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44BC90-59EC-9918-3735-A6552836AF46}"/>
              </a:ext>
            </a:extLst>
          </p:cNvPr>
          <p:cNvSpPr txBox="1"/>
          <p:nvPr/>
        </p:nvSpPr>
        <p:spPr>
          <a:xfrm>
            <a:off x="5442532" y="6045108"/>
            <a:ext cx="137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</a:t>
            </a:r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627A46-3445-E385-4EF9-C54C37ECADFC}"/>
              </a:ext>
            </a:extLst>
          </p:cNvPr>
          <p:cNvSpPr txBox="1"/>
          <p:nvPr/>
        </p:nvSpPr>
        <p:spPr>
          <a:xfrm>
            <a:off x="6558074" y="1380955"/>
            <a:ext cx="53971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output[count[(M[</a:t>
            </a:r>
            <a:r>
              <a:rPr lang="en-US" dirty="0" err="1"/>
              <a:t>i</a:t>
            </a:r>
            <a:r>
              <a:rPr lang="en-US" dirty="0"/>
              <a:t>]/pos) % 10]-1]  = M[</a:t>
            </a:r>
            <a:r>
              <a:rPr lang="en-US" dirty="0" err="1"/>
              <a:t>i</a:t>
            </a:r>
            <a:r>
              <a:rPr lang="en-US" dirty="0"/>
              <a:t>]  </a:t>
            </a:r>
          </a:p>
          <a:p>
            <a:r>
              <a:rPr lang="en-US" dirty="0"/>
              <a:t>     output[count[(M[0]/1) % 10]-1]     = M[0]</a:t>
            </a:r>
          </a:p>
          <a:p>
            <a:r>
              <a:rPr lang="en-US" dirty="0"/>
              <a:t>     output[count[(66/1) % 10]-1]         = 66</a:t>
            </a:r>
          </a:p>
          <a:p>
            <a:r>
              <a:rPr lang="en-US" dirty="0"/>
              <a:t>     output[count[66% 10]-1]                = 66</a:t>
            </a:r>
          </a:p>
          <a:p>
            <a:r>
              <a:rPr lang="en-US" dirty="0"/>
              <a:t>     output[count[6]-1]                           = 66</a:t>
            </a:r>
          </a:p>
          <a:p>
            <a:r>
              <a:rPr lang="en-US" dirty="0"/>
              <a:t>     output[5-1]                                        = 66</a:t>
            </a:r>
          </a:p>
          <a:p>
            <a:r>
              <a:rPr lang="en-US" dirty="0"/>
              <a:t>     output[4]                                           = 66</a:t>
            </a:r>
          </a:p>
          <a:p>
            <a:r>
              <a:rPr lang="en-US" dirty="0"/>
              <a:t>     </a:t>
            </a:r>
            <a:r>
              <a:rPr lang="en-US" dirty="0">
                <a:highlight>
                  <a:srgbClr val="00FF00"/>
                </a:highlight>
              </a:rPr>
              <a:t>count[6] = count[6] – 1=5-1=4</a:t>
            </a:r>
            <a:endParaRPr lang="en-US" dirty="0"/>
          </a:p>
          <a:p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DCA1C2-C00A-65D4-ADC7-19515E4EFA36}"/>
              </a:ext>
            </a:extLst>
          </p:cNvPr>
          <p:cNvCxnSpPr>
            <a:cxnSpLocks/>
          </p:cNvCxnSpPr>
          <p:nvPr/>
        </p:nvCxnSpPr>
        <p:spPr>
          <a:xfrm>
            <a:off x="11319911" y="65620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CDD52-49F8-C4E5-C114-856AE800B215}"/>
              </a:ext>
            </a:extLst>
          </p:cNvPr>
          <p:cNvCxnSpPr>
            <a:cxnSpLocks/>
          </p:cNvCxnSpPr>
          <p:nvPr/>
        </p:nvCxnSpPr>
        <p:spPr>
          <a:xfrm flipH="1" flipV="1">
            <a:off x="10443235" y="91794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9B7909-D456-C672-5415-833FDF4B2D85}"/>
              </a:ext>
            </a:extLst>
          </p:cNvPr>
          <p:cNvCxnSpPr>
            <a:cxnSpLocks/>
          </p:cNvCxnSpPr>
          <p:nvPr/>
        </p:nvCxnSpPr>
        <p:spPr>
          <a:xfrm>
            <a:off x="10457522" y="81274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855B3A-3B8B-E45F-C0B8-2D5F9664739E}"/>
              </a:ext>
            </a:extLst>
          </p:cNvPr>
          <p:cNvCxnSpPr>
            <a:cxnSpLocks/>
          </p:cNvCxnSpPr>
          <p:nvPr/>
        </p:nvCxnSpPr>
        <p:spPr>
          <a:xfrm flipH="1" flipV="1">
            <a:off x="9561963" y="98422"/>
            <a:ext cx="876676" cy="2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8D959A-7367-3809-7F61-9C776E2EC642}"/>
              </a:ext>
            </a:extLst>
          </p:cNvPr>
          <p:cNvCxnSpPr>
            <a:cxnSpLocks/>
          </p:cNvCxnSpPr>
          <p:nvPr/>
        </p:nvCxnSpPr>
        <p:spPr>
          <a:xfrm>
            <a:off x="9556744" y="7509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C39DE1-BF1B-F996-26CF-D3382752B94A}"/>
              </a:ext>
            </a:extLst>
          </p:cNvPr>
          <p:cNvCxnSpPr>
            <a:cxnSpLocks/>
          </p:cNvCxnSpPr>
          <p:nvPr/>
        </p:nvCxnSpPr>
        <p:spPr>
          <a:xfrm flipH="1" flipV="1">
            <a:off x="8481911" y="78545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0B3BB8-2665-EF52-D653-34BB83B0AF71}"/>
              </a:ext>
            </a:extLst>
          </p:cNvPr>
          <p:cNvCxnSpPr>
            <a:cxnSpLocks/>
          </p:cNvCxnSpPr>
          <p:nvPr/>
        </p:nvCxnSpPr>
        <p:spPr>
          <a:xfrm>
            <a:off x="8476692" y="55221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04C24C-F7F5-595A-7C0A-1C126733442F}"/>
              </a:ext>
            </a:extLst>
          </p:cNvPr>
          <p:cNvCxnSpPr>
            <a:cxnSpLocks/>
          </p:cNvCxnSpPr>
          <p:nvPr/>
        </p:nvCxnSpPr>
        <p:spPr>
          <a:xfrm flipH="1" flipV="1">
            <a:off x="7603799" y="56772"/>
            <a:ext cx="1061581" cy="198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A4884B7-D460-0920-9780-5EEB8EB35A6F}"/>
              </a:ext>
            </a:extLst>
          </p:cNvPr>
          <p:cNvCxnSpPr>
            <a:cxnSpLocks/>
          </p:cNvCxnSpPr>
          <p:nvPr/>
        </p:nvCxnSpPr>
        <p:spPr>
          <a:xfrm>
            <a:off x="7598580" y="33448"/>
            <a:ext cx="0" cy="59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990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21661</Words>
  <Application>Microsoft Office PowerPoint</Application>
  <PresentationFormat>Widescreen</PresentationFormat>
  <Paragraphs>4196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Fahim</dc:creator>
  <cp:lastModifiedBy>Fahim</cp:lastModifiedBy>
  <cp:revision>7</cp:revision>
  <dcterms:created xsi:type="dcterms:W3CDTF">2024-03-12T17:55:50Z</dcterms:created>
  <dcterms:modified xsi:type="dcterms:W3CDTF">2024-03-13T04:09:02Z</dcterms:modified>
</cp:coreProperties>
</file>