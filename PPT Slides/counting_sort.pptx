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6" roundtripDataSignature="AMtx7mjjZRyLP8OtWJlzRYJKn5sO0Tiz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56" Type="http://customschemas.google.com/relationships/presentationmetadata" Target="meta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2" name="Google Shape;1552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3" name="Google Shape;1663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0" name="Google Shape;1720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6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Google Shape;1777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8" name="Google Shape;1778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6" name="Google Shape;1836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4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4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6" name="Google Shape;1956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7" name="Google Shape;2017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7" name="Shape 2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" name="Google Shape;2078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9" name="Google Shape;2079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9" name="Shape 2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Google Shape;2140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1" name="Google Shape;2141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3" name="Shape 2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4" name="Google Shape;2204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5" name="Google Shape;2205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7" name="Shape 2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8" name="Google Shape;2268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9" name="Google Shape;2269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3" name="Shape 2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" name="Google Shape;2334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5" name="Google Shape;2335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9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" name="Google Shape;2400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1" name="Google Shape;2401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7" name="Shape 2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8" name="Google Shape;2468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9" name="Google Shape;2469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5" name="Shape 2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6" name="Google Shape;2536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7" name="Google Shape;2537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5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5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6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676400" y="12747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676400" y="12747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0" y="225083"/>
            <a:ext cx="3418449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0" y="225083"/>
            <a:ext cx="3418449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1" lang="en-US" sz="1800">
                <a:solidFill>
                  <a:schemeClr val="dk1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rPr>
              <a:t>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3870966" y="282409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5057340" y="282409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6253094" y="282409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7446504" y="282409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8632878" y="282409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9819252" y="282409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11005626" y="282409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6981371" y="4545793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3870966" y="232228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4919006" y="232228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6243714" y="231176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7291754" y="231176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8696970" y="228600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9745010" y="228600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11069718" y="227547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6545943" y="5319153"/>
            <a:ext cx="22276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Max Element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/>
          <p:nvPr/>
        </p:nvSpPr>
        <p:spPr>
          <a:xfrm>
            <a:off x="0" y="225083"/>
            <a:ext cx="3418449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3391928" y="246740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4279456" y="244639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5227232" y="242538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6257079" y="2421011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7171910" y="241663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8105709" y="241663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9020540" y="243207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4459632" y="282519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5425061" y="282298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6343978" y="282409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7292659" y="281683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8211576" y="2817944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9177005" y="281572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10095922" y="281683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9931858" y="241552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11019101" y="28095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10846689" y="240826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8</a:t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3538669" y="283245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/>
          <p:nvPr/>
        </p:nvSpPr>
        <p:spPr>
          <a:xfrm>
            <a:off x="0" y="225083"/>
            <a:ext cx="3418449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4    for i = 0 to M.length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A.length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371130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489768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609343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728684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8473221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9659595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1084596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371130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44" name="Google Shape;144;p4"/>
          <p:cNvSpPr txBox="1"/>
          <p:nvPr/>
        </p:nvSpPr>
        <p:spPr>
          <a:xfrm>
            <a:off x="475934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608405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713209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853731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958535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49" name="Google Shape;149;p4"/>
          <p:cNvSpPr txBox="1"/>
          <p:nvPr/>
        </p:nvSpPr>
        <p:spPr>
          <a:xfrm>
            <a:off x="10910061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2663268" y="446680"/>
            <a:ext cx="10555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3420956" y="397688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4308484" y="39558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5256260" y="3934871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6286107" y="393049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55" name="Google Shape;155;p4"/>
          <p:cNvSpPr txBox="1"/>
          <p:nvPr/>
        </p:nvSpPr>
        <p:spPr>
          <a:xfrm>
            <a:off x="7200938" y="392612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56" name="Google Shape;156;p4"/>
          <p:cNvSpPr txBox="1"/>
          <p:nvPr/>
        </p:nvSpPr>
        <p:spPr>
          <a:xfrm>
            <a:off x="8134737" y="392612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57" name="Google Shape;157;p4"/>
          <p:cNvSpPr txBox="1"/>
          <p:nvPr/>
        </p:nvSpPr>
        <p:spPr>
          <a:xfrm>
            <a:off x="9049568" y="394155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4488660" y="43346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5454089" y="43324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6373006" y="43335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61" name="Google Shape;161;p4"/>
          <p:cNvSpPr/>
          <p:nvPr/>
        </p:nvSpPr>
        <p:spPr>
          <a:xfrm>
            <a:off x="7321687" y="43263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8240604" y="432743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9206033" y="432521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10124950" y="43263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65" name="Google Shape;165;p4"/>
          <p:cNvSpPr txBox="1"/>
          <p:nvPr/>
        </p:nvSpPr>
        <p:spPr>
          <a:xfrm>
            <a:off x="9960886" y="392501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11048129" y="431906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10875717" y="391775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8</a:t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3567697" y="434194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2722017" y="3792223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3846286" y="3917755"/>
            <a:ext cx="8120591" cy="393133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4"/>
          <p:cNvCxnSpPr/>
          <p:nvPr/>
        </p:nvCxnSpPr>
        <p:spPr>
          <a:xfrm flipH="1" rot="10800000">
            <a:off x="4116995" y="3343524"/>
            <a:ext cx="831039" cy="55955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2" name="Google Shape;172;p4"/>
          <p:cNvSpPr txBox="1"/>
          <p:nvPr/>
        </p:nvSpPr>
        <p:spPr>
          <a:xfrm>
            <a:off x="4888303" y="2926914"/>
            <a:ext cx="63602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these are the values of main array .এই index value দিয়ে কোন value array তে কতবার আছে তা বুঝায়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"/>
          <p:cNvSpPr txBox="1"/>
          <p:nvPr/>
        </p:nvSpPr>
        <p:spPr>
          <a:xfrm>
            <a:off x="0" y="225083"/>
            <a:ext cx="3418449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COUNTING-SORT(A,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4    for i = 0 to M.length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3711309" y="99529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489768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609343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728684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8473221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9659595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1084596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85" name="Google Shape;185;p5"/>
          <p:cNvSpPr txBox="1"/>
          <p:nvPr/>
        </p:nvSpPr>
        <p:spPr>
          <a:xfrm>
            <a:off x="371130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86" name="Google Shape;186;p5"/>
          <p:cNvSpPr txBox="1"/>
          <p:nvPr/>
        </p:nvSpPr>
        <p:spPr>
          <a:xfrm>
            <a:off x="475934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87" name="Google Shape;187;p5"/>
          <p:cNvSpPr txBox="1"/>
          <p:nvPr/>
        </p:nvSpPr>
        <p:spPr>
          <a:xfrm>
            <a:off x="608405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713209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>
            <a:off x="853731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90" name="Google Shape;190;p5"/>
          <p:cNvSpPr txBox="1"/>
          <p:nvPr/>
        </p:nvSpPr>
        <p:spPr>
          <a:xfrm>
            <a:off x="958535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91" name="Google Shape;191;p5"/>
          <p:cNvSpPr txBox="1"/>
          <p:nvPr/>
        </p:nvSpPr>
        <p:spPr>
          <a:xfrm>
            <a:off x="10910061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92" name="Google Shape;192;p5"/>
          <p:cNvSpPr txBox="1"/>
          <p:nvPr/>
        </p:nvSpPr>
        <p:spPr>
          <a:xfrm>
            <a:off x="2663268" y="446680"/>
            <a:ext cx="10555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3420956" y="397688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94" name="Google Shape;194;p5"/>
          <p:cNvSpPr txBox="1"/>
          <p:nvPr/>
        </p:nvSpPr>
        <p:spPr>
          <a:xfrm>
            <a:off x="4308484" y="39558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95" name="Google Shape;195;p5"/>
          <p:cNvSpPr txBox="1"/>
          <p:nvPr/>
        </p:nvSpPr>
        <p:spPr>
          <a:xfrm>
            <a:off x="5256260" y="3934871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96" name="Google Shape;196;p5"/>
          <p:cNvSpPr txBox="1"/>
          <p:nvPr/>
        </p:nvSpPr>
        <p:spPr>
          <a:xfrm>
            <a:off x="6286107" y="393049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7286847" y="3926123"/>
            <a:ext cx="953588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98" name="Google Shape;198;p5"/>
          <p:cNvSpPr txBox="1"/>
          <p:nvPr/>
        </p:nvSpPr>
        <p:spPr>
          <a:xfrm>
            <a:off x="8134737" y="392612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99" name="Google Shape;199;p5"/>
          <p:cNvSpPr txBox="1"/>
          <p:nvPr/>
        </p:nvSpPr>
        <p:spPr>
          <a:xfrm>
            <a:off x="9049568" y="394155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4488660" y="43346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5454089" y="43324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6373006" y="43335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7321687" y="43263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8240604" y="432743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9206033" y="432521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10124950" y="43263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07" name="Google Shape;207;p5"/>
          <p:cNvSpPr txBox="1"/>
          <p:nvPr/>
        </p:nvSpPr>
        <p:spPr>
          <a:xfrm>
            <a:off x="9960886" y="392501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11048129" y="431906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09" name="Google Shape;209;p5"/>
          <p:cNvSpPr txBox="1"/>
          <p:nvPr/>
        </p:nvSpPr>
        <p:spPr>
          <a:xfrm>
            <a:off x="10875717" y="391775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8</a:t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3567697" y="434194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2722017" y="3792223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p5"/>
          <p:cNvCxnSpPr/>
          <p:nvPr/>
        </p:nvCxnSpPr>
        <p:spPr>
          <a:xfrm>
            <a:off x="4486445" y="22508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"/>
          <p:cNvSpPr txBox="1"/>
          <p:nvPr/>
        </p:nvSpPr>
        <p:spPr>
          <a:xfrm>
            <a:off x="0" y="225083"/>
            <a:ext cx="3418449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4    for i = 0 to M.length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3711309" y="99529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489768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609343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728684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8473221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9659595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1084596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25" name="Google Shape;225;p6"/>
          <p:cNvSpPr txBox="1"/>
          <p:nvPr/>
        </p:nvSpPr>
        <p:spPr>
          <a:xfrm>
            <a:off x="371130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>
            <a:off x="475934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227" name="Google Shape;227;p6"/>
          <p:cNvSpPr txBox="1"/>
          <p:nvPr/>
        </p:nvSpPr>
        <p:spPr>
          <a:xfrm>
            <a:off x="608405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228" name="Google Shape;228;p6"/>
          <p:cNvSpPr txBox="1"/>
          <p:nvPr/>
        </p:nvSpPr>
        <p:spPr>
          <a:xfrm>
            <a:off x="713209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229" name="Google Shape;229;p6"/>
          <p:cNvSpPr txBox="1"/>
          <p:nvPr/>
        </p:nvSpPr>
        <p:spPr>
          <a:xfrm>
            <a:off x="853731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230" name="Google Shape;230;p6"/>
          <p:cNvSpPr txBox="1"/>
          <p:nvPr/>
        </p:nvSpPr>
        <p:spPr>
          <a:xfrm>
            <a:off x="958535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31" name="Google Shape;231;p6"/>
          <p:cNvSpPr txBox="1"/>
          <p:nvPr/>
        </p:nvSpPr>
        <p:spPr>
          <a:xfrm>
            <a:off x="10910061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32" name="Google Shape;232;p6"/>
          <p:cNvSpPr txBox="1"/>
          <p:nvPr/>
        </p:nvSpPr>
        <p:spPr>
          <a:xfrm>
            <a:off x="2663268" y="446680"/>
            <a:ext cx="10555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3420956" y="397688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34" name="Google Shape;234;p6"/>
          <p:cNvSpPr txBox="1"/>
          <p:nvPr/>
        </p:nvSpPr>
        <p:spPr>
          <a:xfrm>
            <a:off x="4308484" y="39558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5256260" y="3934871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236" name="Google Shape;236;p6"/>
          <p:cNvSpPr txBox="1"/>
          <p:nvPr/>
        </p:nvSpPr>
        <p:spPr>
          <a:xfrm>
            <a:off x="6286107" y="393049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237" name="Google Shape;237;p6"/>
          <p:cNvSpPr txBox="1"/>
          <p:nvPr/>
        </p:nvSpPr>
        <p:spPr>
          <a:xfrm>
            <a:off x="7286847" y="392612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238" name="Google Shape;238;p6"/>
          <p:cNvSpPr txBox="1"/>
          <p:nvPr/>
        </p:nvSpPr>
        <p:spPr>
          <a:xfrm>
            <a:off x="8134737" y="392612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9049568" y="394155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4488660" y="43346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5454089" y="43324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6373006" y="43335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7321687" y="4326321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8240604" y="432743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45" name="Google Shape;245;p6"/>
          <p:cNvSpPr/>
          <p:nvPr/>
        </p:nvSpPr>
        <p:spPr>
          <a:xfrm>
            <a:off x="9206033" y="432521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46" name="Google Shape;246;p6"/>
          <p:cNvSpPr/>
          <p:nvPr/>
        </p:nvSpPr>
        <p:spPr>
          <a:xfrm>
            <a:off x="10124950" y="43263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47" name="Google Shape;247;p6"/>
          <p:cNvSpPr txBox="1"/>
          <p:nvPr/>
        </p:nvSpPr>
        <p:spPr>
          <a:xfrm>
            <a:off x="9960886" y="392501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11048129" y="431906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49" name="Google Shape;249;p6"/>
          <p:cNvSpPr txBox="1"/>
          <p:nvPr/>
        </p:nvSpPr>
        <p:spPr>
          <a:xfrm>
            <a:off x="10875717" y="391775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8</a:t>
            </a:r>
            <a:endParaRPr/>
          </a:p>
        </p:txBody>
      </p:sp>
      <p:sp>
        <p:nvSpPr>
          <p:cNvPr id="250" name="Google Shape;250;p6"/>
          <p:cNvSpPr/>
          <p:nvPr/>
        </p:nvSpPr>
        <p:spPr>
          <a:xfrm>
            <a:off x="3567697" y="434194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51" name="Google Shape;251;p6"/>
          <p:cNvSpPr txBox="1"/>
          <p:nvPr/>
        </p:nvSpPr>
        <p:spPr>
          <a:xfrm>
            <a:off x="2722017" y="3792223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" name="Google Shape;252;p6"/>
          <p:cNvCxnSpPr/>
          <p:nvPr/>
        </p:nvCxnSpPr>
        <p:spPr>
          <a:xfrm>
            <a:off x="4486445" y="22508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"/>
          <p:cNvSpPr txBox="1"/>
          <p:nvPr/>
        </p:nvSpPr>
        <p:spPr>
          <a:xfrm>
            <a:off x="0" y="225083"/>
            <a:ext cx="3418449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4    for i = 0 to M.length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371130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4897683" y="99529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609343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728684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8473221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9659595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1084596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5" name="Google Shape;265;p7"/>
          <p:cNvSpPr txBox="1"/>
          <p:nvPr/>
        </p:nvSpPr>
        <p:spPr>
          <a:xfrm>
            <a:off x="371130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66" name="Google Shape;266;p7"/>
          <p:cNvSpPr txBox="1"/>
          <p:nvPr/>
        </p:nvSpPr>
        <p:spPr>
          <a:xfrm>
            <a:off x="475934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1</a:t>
            </a:r>
            <a:endParaRPr/>
          </a:p>
        </p:txBody>
      </p:sp>
      <p:sp>
        <p:nvSpPr>
          <p:cNvPr id="267" name="Google Shape;267;p7"/>
          <p:cNvSpPr txBox="1"/>
          <p:nvPr/>
        </p:nvSpPr>
        <p:spPr>
          <a:xfrm>
            <a:off x="608405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268" name="Google Shape;268;p7"/>
          <p:cNvSpPr txBox="1"/>
          <p:nvPr/>
        </p:nvSpPr>
        <p:spPr>
          <a:xfrm>
            <a:off x="713209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269" name="Google Shape;269;p7"/>
          <p:cNvSpPr txBox="1"/>
          <p:nvPr/>
        </p:nvSpPr>
        <p:spPr>
          <a:xfrm>
            <a:off x="853731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270" name="Google Shape;270;p7"/>
          <p:cNvSpPr txBox="1"/>
          <p:nvPr/>
        </p:nvSpPr>
        <p:spPr>
          <a:xfrm>
            <a:off x="958535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71" name="Google Shape;271;p7"/>
          <p:cNvSpPr txBox="1"/>
          <p:nvPr/>
        </p:nvSpPr>
        <p:spPr>
          <a:xfrm>
            <a:off x="10910061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72" name="Google Shape;272;p7"/>
          <p:cNvSpPr txBox="1"/>
          <p:nvPr/>
        </p:nvSpPr>
        <p:spPr>
          <a:xfrm>
            <a:off x="2663268" y="446680"/>
            <a:ext cx="10555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 txBox="1"/>
          <p:nvPr/>
        </p:nvSpPr>
        <p:spPr>
          <a:xfrm>
            <a:off x="3420956" y="397688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74" name="Google Shape;274;p7"/>
          <p:cNvSpPr txBox="1"/>
          <p:nvPr/>
        </p:nvSpPr>
        <p:spPr>
          <a:xfrm>
            <a:off x="4308484" y="39558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275" name="Google Shape;275;p7"/>
          <p:cNvSpPr txBox="1"/>
          <p:nvPr/>
        </p:nvSpPr>
        <p:spPr>
          <a:xfrm>
            <a:off x="5454089" y="3934871"/>
            <a:ext cx="879280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276" name="Google Shape;276;p7"/>
          <p:cNvSpPr txBox="1"/>
          <p:nvPr/>
        </p:nvSpPr>
        <p:spPr>
          <a:xfrm>
            <a:off x="6286107" y="393049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277" name="Google Shape;277;p7"/>
          <p:cNvSpPr txBox="1"/>
          <p:nvPr/>
        </p:nvSpPr>
        <p:spPr>
          <a:xfrm>
            <a:off x="7286847" y="392612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278" name="Google Shape;278;p7"/>
          <p:cNvSpPr txBox="1"/>
          <p:nvPr/>
        </p:nvSpPr>
        <p:spPr>
          <a:xfrm>
            <a:off x="8134737" y="392612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79" name="Google Shape;279;p7"/>
          <p:cNvSpPr txBox="1"/>
          <p:nvPr/>
        </p:nvSpPr>
        <p:spPr>
          <a:xfrm>
            <a:off x="9049568" y="394155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4488660" y="43346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5454089" y="43324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6373006" y="43335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7321687" y="43263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8240604" y="432743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9206033" y="432521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10124950" y="43263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87" name="Google Shape;287;p7"/>
          <p:cNvSpPr txBox="1"/>
          <p:nvPr/>
        </p:nvSpPr>
        <p:spPr>
          <a:xfrm>
            <a:off x="9960886" y="392501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11048129" y="431906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89" name="Google Shape;289;p7"/>
          <p:cNvSpPr txBox="1"/>
          <p:nvPr/>
        </p:nvSpPr>
        <p:spPr>
          <a:xfrm>
            <a:off x="10875717" y="391775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8</a:t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3567697" y="434194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91" name="Google Shape;291;p7"/>
          <p:cNvSpPr txBox="1"/>
          <p:nvPr/>
        </p:nvSpPr>
        <p:spPr>
          <a:xfrm>
            <a:off x="2722017" y="3792223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" name="Google Shape;292;p7"/>
          <p:cNvCxnSpPr/>
          <p:nvPr/>
        </p:nvCxnSpPr>
        <p:spPr>
          <a:xfrm>
            <a:off x="4486445" y="22508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93" name="Google Shape;293;p7"/>
          <p:cNvCxnSpPr/>
          <p:nvPr/>
        </p:nvCxnSpPr>
        <p:spPr>
          <a:xfrm>
            <a:off x="4486445" y="225083"/>
            <a:ext cx="92096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4" name="Google Shape;294;p7"/>
          <p:cNvCxnSpPr/>
          <p:nvPr/>
        </p:nvCxnSpPr>
        <p:spPr>
          <a:xfrm>
            <a:off x="5421695" y="21456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"/>
          <p:cNvSpPr txBox="1"/>
          <p:nvPr/>
        </p:nvSpPr>
        <p:spPr>
          <a:xfrm>
            <a:off x="0" y="225083"/>
            <a:ext cx="3418449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4    for i = 0 to M.length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371130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4897683" y="99529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02" name="Google Shape;302;p8"/>
          <p:cNvSpPr/>
          <p:nvPr/>
        </p:nvSpPr>
        <p:spPr>
          <a:xfrm>
            <a:off x="609343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728684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8473221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9659595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1084596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07" name="Google Shape;307;p8"/>
          <p:cNvSpPr txBox="1"/>
          <p:nvPr/>
        </p:nvSpPr>
        <p:spPr>
          <a:xfrm>
            <a:off x="371130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308" name="Google Shape;308;p8"/>
          <p:cNvSpPr txBox="1"/>
          <p:nvPr/>
        </p:nvSpPr>
        <p:spPr>
          <a:xfrm>
            <a:off x="475934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1</a:t>
            </a:r>
            <a:endParaRPr/>
          </a:p>
        </p:txBody>
      </p:sp>
      <p:sp>
        <p:nvSpPr>
          <p:cNvPr id="309" name="Google Shape;309;p8"/>
          <p:cNvSpPr txBox="1"/>
          <p:nvPr/>
        </p:nvSpPr>
        <p:spPr>
          <a:xfrm>
            <a:off x="608405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310" name="Google Shape;310;p8"/>
          <p:cNvSpPr txBox="1"/>
          <p:nvPr/>
        </p:nvSpPr>
        <p:spPr>
          <a:xfrm>
            <a:off x="713209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311" name="Google Shape;311;p8"/>
          <p:cNvSpPr txBox="1"/>
          <p:nvPr/>
        </p:nvSpPr>
        <p:spPr>
          <a:xfrm>
            <a:off x="853731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312" name="Google Shape;312;p8"/>
          <p:cNvSpPr txBox="1"/>
          <p:nvPr/>
        </p:nvSpPr>
        <p:spPr>
          <a:xfrm>
            <a:off x="958535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313" name="Google Shape;313;p8"/>
          <p:cNvSpPr txBox="1"/>
          <p:nvPr/>
        </p:nvSpPr>
        <p:spPr>
          <a:xfrm>
            <a:off x="10910061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314" name="Google Shape;314;p8"/>
          <p:cNvSpPr txBox="1"/>
          <p:nvPr/>
        </p:nvSpPr>
        <p:spPr>
          <a:xfrm>
            <a:off x="2663268" y="446680"/>
            <a:ext cx="10555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 txBox="1"/>
          <p:nvPr/>
        </p:nvSpPr>
        <p:spPr>
          <a:xfrm>
            <a:off x="3420956" y="397688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316" name="Google Shape;316;p8"/>
          <p:cNvSpPr txBox="1"/>
          <p:nvPr/>
        </p:nvSpPr>
        <p:spPr>
          <a:xfrm>
            <a:off x="4308484" y="39558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317" name="Google Shape;317;p8"/>
          <p:cNvSpPr txBox="1"/>
          <p:nvPr/>
        </p:nvSpPr>
        <p:spPr>
          <a:xfrm>
            <a:off x="5454089" y="393487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318" name="Google Shape;318;p8"/>
          <p:cNvSpPr txBox="1"/>
          <p:nvPr/>
        </p:nvSpPr>
        <p:spPr>
          <a:xfrm>
            <a:off x="6286107" y="393049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319" name="Google Shape;319;p8"/>
          <p:cNvSpPr txBox="1"/>
          <p:nvPr/>
        </p:nvSpPr>
        <p:spPr>
          <a:xfrm>
            <a:off x="7286847" y="392612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320" name="Google Shape;320;p8"/>
          <p:cNvSpPr txBox="1"/>
          <p:nvPr/>
        </p:nvSpPr>
        <p:spPr>
          <a:xfrm>
            <a:off x="8134737" y="392612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321" name="Google Shape;321;p8"/>
          <p:cNvSpPr txBox="1"/>
          <p:nvPr/>
        </p:nvSpPr>
        <p:spPr>
          <a:xfrm>
            <a:off x="9049568" y="394155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322" name="Google Shape;322;p8"/>
          <p:cNvSpPr/>
          <p:nvPr/>
        </p:nvSpPr>
        <p:spPr>
          <a:xfrm>
            <a:off x="4488660" y="43346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23" name="Google Shape;323;p8"/>
          <p:cNvSpPr/>
          <p:nvPr/>
        </p:nvSpPr>
        <p:spPr>
          <a:xfrm>
            <a:off x="5454089" y="4332467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6373006" y="43335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25" name="Google Shape;325;p8"/>
          <p:cNvSpPr/>
          <p:nvPr/>
        </p:nvSpPr>
        <p:spPr>
          <a:xfrm>
            <a:off x="7321687" y="43263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26" name="Google Shape;326;p8"/>
          <p:cNvSpPr/>
          <p:nvPr/>
        </p:nvSpPr>
        <p:spPr>
          <a:xfrm>
            <a:off x="8240604" y="432743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27" name="Google Shape;327;p8"/>
          <p:cNvSpPr/>
          <p:nvPr/>
        </p:nvSpPr>
        <p:spPr>
          <a:xfrm>
            <a:off x="9206033" y="432521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28" name="Google Shape;328;p8"/>
          <p:cNvSpPr/>
          <p:nvPr/>
        </p:nvSpPr>
        <p:spPr>
          <a:xfrm>
            <a:off x="10124950" y="43263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29" name="Google Shape;329;p8"/>
          <p:cNvSpPr txBox="1"/>
          <p:nvPr/>
        </p:nvSpPr>
        <p:spPr>
          <a:xfrm>
            <a:off x="9960886" y="392501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330" name="Google Shape;330;p8"/>
          <p:cNvSpPr/>
          <p:nvPr/>
        </p:nvSpPr>
        <p:spPr>
          <a:xfrm>
            <a:off x="11048129" y="431906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31" name="Google Shape;331;p8"/>
          <p:cNvSpPr txBox="1"/>
          <p:nvPr/>
        </p:nvSpPr>
        <p:spPr>
          <a:xfrm>
            <a:off x="10875717" y="391775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8</a:t>
            </a:r>
            <a:endParaRPr/>
          </a:p>
        </p:txBody>
      </p:sp>
      <p:sp>
        <p:nvSpPr>
          <p:cNvPr id="332" name="Google Shape;332;p8"/>
          <p:cNvSpPr/>
          <p:nvPr/>
        </p:nvSpPr>
        <p:spPr>
          <a:xfrm>
            <a:off x="3567697" y="434194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33" name="Google Shape;333;p8"/>
          <p:cNvSpPr txBox="1"/>
          <p:nvPr/>
        </p:nvSpPr>
        <p:spPr>
          <a:xfrm>
            <a:off x="2722017" y="3792223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" name="Google Shape;334;p8"/>
          <p:cNvCxnSpPr/>
          <p:nvPr/>
        </p:nvCxnSpPr>
        <p:spPr>
          <a:xfrm>
            <a:off x="4486445" y="22508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5" name="Google Shape;335;p8"/>
          <p:cNvCxnSpPr/>
          <p:nvPr/>
        </p:nvCxnSpPr>
        <p:spPr>
          <a:xfrm>
            <a:off x="4486445" y="225083"/>
            <a:ext cx="92096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6" name="Google Shape;336;p8"/>
          <p:cNvCxnSpPr/>
          <p:nvPr/>
        </p:nvCxnSpPr>
        <p:spPr>
          <a:xfrm>
            <a:off x="5421695" y="21456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9"/>
          <p:cNvSpPr txBox="1"/>
          <p:nvPr/>
        </p:nvSpPr>
        <p:spPr>
          <a:xfrm>
            <a:off x="0" y="225083"/>
            <a:ext cx="3418449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4    for i = 0 to M.length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371130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43" name="Google Shape;343;p9"/>
          <p:cNvSpPr/>
          <p:nvPr/>
        </p:nvSpPr>
        <p:spPr>
          <a:xfrm>
            <a:off x="489768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6093437" y="99529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45" name="Google Shape;345;p9"/>
          <p:cNvSpPr/>
          <p:nvPr/>
        </p:nvSpPr>
        <p:spPr>
          <a:xfrm>
            <a:off x="728684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46" name="Google Shape;346;p9"/>
          <p:cNvSpPr/>
          <p:nvPr/>
        </p:nvSpPr>
        <p:spPr>
          <a:xfrm>
            <a:off x="8473221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47" name="Google Shape;347;p9"/>
          <p:cNvSpPr/>
          <p:nvPr/>
        </p:nvSpPr>
        <p:spPr>
          <a:xfrm>
            <a:off x="9659595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48" name="Google Shape;348;p9"/>
          <p:cNvSpPr/>
          <p:nvPr/>
        </p:nvSpPr>
        <p:spPr>
          <a:xfrm>
            <a:off x="1084596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9" name="Google Shape;349;p9"/>
          <p:cNvSpPr txBox="1"/>
          <p:nvPr/>
        </p:nvSpPr>
        <p:spPr>
          <a:xfrm>
            <a:off x="371130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350" name="Google Shape;350;p9"/>
          <p:cNvSpPr txBox="1"/>
          <p:nvPr/>
        </p:nvSpPr>
        <p:spPr>
          <a:xfrm>
            <a:off x="475934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1</a:t>
            </a:r>
            <a:endParaRPr/>
          </a:p>
        </p:txBody>
      </p:sp>
      <p:sp>
        <p:nvSpPr>
          <p:cNvPr id="351" name="Google Shape;351;p9"/>
          <p:cNvSpPr txBox="1"/>
          <p:nvPr/>
        </p:nvSpPr>
        <p:spPr>
          <a:xfrm>
            <a:off x="608405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352" name="Google Shape;352;p9"/>
          <p:cNvSpPr txBox="1"/>
          <p:nvPr/>
        </p:nvSpPr>
        <p:spPr>
          <a:xfrm>
            <a:off x="713209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353" name="Google Shape;353;p9"/>
          <p:cNvSpPr txBox="1"/>
          <p:nvPr/>
        </p:nvSpPr>
        <p:spPr>
          <a:xfrm>
            <a:off x="853731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354" name="Google Shape;354;p9"/>
          <p:cNvSpPr txBox="1"/>
          <p:nvPr/>
        </p:nvSpPr>
        <p:spPr>
          <a:xfrm>
            <a:off x="958535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355" name="Google Shape;355;p9"/>
          <p:cNvSpPr txBox="1"/>
          <p:nvPr/>
        </p:nvSpPr>
        <p:spPr>
          <a:xfrm>
            <a:off x="10910061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356" name="Google Shape;356;p9"/>
          <p:cNvSpPr txBox="1"/>
          <p:nvPr/>
        </p:nvSpPr>
        <p:spPr>
          <a:xfrm>
            <a:off x="2663268" y="446680"/>
            <a:ext cx="10555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 txBox="1"/>
          <p:nvPr/>
        </p:nvSpPr>
        <p:spPr>
          <a:xfrm>
            <a:off x="3420956" y="397688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358" name="Google Shape;358;p9"/>
          <p:cNvSpPr txBox="1"/>
          <p:nvPr/>
        </p:nvSpPr>
        <p:spPr>
          <a:xfrm>
            <a:off x="4308484" y="39558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359" name="Google Shape;359;p9"/>
          <p:cNvSpPr txBox="1"/>
          <p:nvPr/>
        </p:nvSpPr>
        <p:spPr>
          <a:xfrm>
            <a:off x="5454089" y="3934871"/>
            <a:ext cx="879280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360" name="Google Shape;360;p9"/>
          <p:cNvSpPr txBox="1"/>
          <p:nvPr/>
        </p:nvSpPr>
        <p:spPr>
          <a:xfrm>
            <a:off x="6286107" y="393049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361" name="Google Shape;361;p9"/>
          <p:cNvSpPr txBox="1"/>
          <p:nvPr/>
        </p:nvSpPr>
        <p:spPr>
          <a:xfrm>
            <a:off x="7286847" y="392612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362" name="Google Shape;362;p9"/>
          <p:cNvSpPr txBox="1"/>
          <p:nvPr/>
        </p:nvSpPr>
        <p:spPr>
          <a:xfrm>
            <a:off x="8134737" y="392612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363" name="Google Shape;363;p9"/>
          <p:cNvSpPr txBox="1"/>
          <p:nvPr/>
        </p:nvSpPr>
        <p:spPr>
          <a:xfrm>
            <a:off x="9049568" y="394155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364" name="Google Shape;364;p9"/>
          <p:cNvSpPr/>
          <p:nvPr/>
        </p:nvSpPr>
        <p:spPr>
          <a:xfrm>
            <a:off x="4488660" y="43346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65" name="Google Shape;365;p9"/>
          <p:cNvSpPr/>
          <p:nvPr/>
        </p:nvSpPr>
        <p:spPr>
          <a:xfrm>
            <a:off x="5454089" y="43324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6" name="Google Shape;366;p9"/>
          <p:cNvSpPr/>
          <p:nvPr/>
        </p:nvSpPr>
        <p:spPr>
          <a:xfrm>
            <a:off x="6373006" y="43335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67" name="Google Shape;367;p9"/>
          <p:cNvSpPr/>
          <p:nvPr/>
        </p:nvSpPr>
        <p:spPr>
          <a:xfrm>
            <a:off x="7321687" y="43263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8" name="Google Shape;368;p9"/>
          <p:cNvSpPr/>
          <p:nvPr/>
        </p:nvSpPr>
        <p:spPr>
          <a:xfrm>
            <a:off x="8240604" y="432743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9206033" y="432521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10124950" y="43263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71" name="Google Shape;371;p9"/>
          <p:cNvSpPr txBox="1"/>
          <p:nvPr/>
        </p:nvSpPr>
        <p:spPr>
          <a:xfrm>
            <a:off x="9960886" y="392501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11048129" y="431906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73" name="Google Shape;373;p9"/>
          <p:cNvSpPr txBox="1"/>
          <p:nvPr/>
        </p:nvSpPr>
        <p:spPr>
          <a:xfrm>
            <a:off x="10875717" y="391775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8</a:t>
            </a:r>
            <a:endParaRPr/>
          </a:p>
        </p:txBody>
      </p:sp>
      <p:sp>
        <p:nvSpPr>
          <p:cNvPr id="374" name="Google Shape;374;p9"/>
          <p:cNvSpPr/>
          <p:nvPr/>
        </p:nvSpPr>
        <p:spPr>
          <a:xfrm>
            <a:off x="3567697" y="434194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75" name="Google Shape;375;p9"/>
          <p:cNvSpPr txBox="1"/>
          <p:nvPr/>
        </p:nvSpPr>
        <p:spPr>
          <a:xfrm>
            <a:off x="2722017" y="3792223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6" name="Google Shape;376;p9"/>
          <p:cNvCxnSpPr/>
          <p:nvPr/>
        </p:nvCxnSpPr>
        <p:spPr>
          <a:xfrm>
            <a:off x="4486445" y="22508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7" name="Google Shape;377;p9"/>
          <p:cNvCxnSpPr/>
          <p:nvPr/>
        </p:nvCxnSpPr>
        <p:spPr>
          <a:xfrm>
            <a:off x="4486445" y="225083"/>
            <a:ext cx="92096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8" name="Google Shape;378;p9"/>
          <p:cNvCxnSpPr/>
          <p:nvPr/>
        </p:nvCxnSpPr>
        <p:spPr>
          <a:xfrm>
            <a:off x="5421695" y="21456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9" name="Google Shape;379;p9"/>
          <p:cNvCxnSpPr/>
          <p:nvPr/>
        </p:nvCxnSpPr>
        <p:spPr>
          <a:xfrm>
            <a:off x="5437587" y="227047"/>
            <a:ext cx="92096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0" name="Google Shape;380;p9"/>
          <p:cNvCxnSpPr/>
          <p:nvPr/>
        </p:nvCxnSpPr>
        <p:spPr>
          <a:xfrm>
            <a:off x="6372837" y="216527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0"/>
          <p:cNvSpPr txBox="1"/>
          <p:nvPr/>
        </p:nvSpPr>
        <p:spPr>
          <a:xfrm>
            <a:off x="0" y="225083"/>
            <a:ext cx="3418449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4    for i = 0 to M.length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371130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87" name="Google Shape;387;p10"/>
          <p:cNvSpPr/>
          <p:nvPr/>
        </p:nvSpPr>
        <p:spPr>
          <a:xfrm>
            <a:off x="489768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88" name="Google Shape;388;p10"/>
          <p:cNvSpPr/>
          <p:nvPr/>
        </p:nvSpPr>
        <p:spPr>
          <a:xfrm>
            <a:off x="6093437" y="99529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89" name="Google Shape;389;p10"/>
          <p:cNvSpPr/>
          <p:nvPr/>
        </p:nvSpPr>
        <p:spPr>
          <a:xfrm>
            <a:off x="728684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90" name="Google Shape;390;p10"/>
          <p:cNvSpPr/>
          <p:nvPr/>
        </p:nvSpPr>
        <p:spPr>
          <a:xfrm>
            <a:off x="8473221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91" name="Google Shape;391;p10"/>
          <p:cNvSpPr/>
          <p:nvPr/>
        </p:nvSpPr>
        <p:spPr>
          <a:xfrm>
            <a:off x="9659595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92" name="Google Shape;392;p10"/>
          <p:cNvSpPr/>
          <p:nvPr/>
        </p:nvSpPr>
        <p:spPr>
          <a:xfrm>
            <a:off x="1084596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93" name="Google Shape;393;p10"/>
          <p:cNvSpPr txBox="1"/>
          <p:nvPr/>
        </p:nvSpPr>
        <p:spPr>
          <a:xfrm>
            <a:off x="371130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394" name="Google Shape;394;p10"/>
          <p:cNvSpPr txBox="1"/>
          <p:nvPr/>
        </p:nvSpPr>
        <p:spPr>
          <a:xfrm>
            <a:off x="475934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1</a:t>
            </a:r>
            <a:endParaRPr/>
          </a:p>
        </p:txBody>
      </p:sp>
      <p:sp>
        <p:nvSpPr>
          <p:cNvPr id="395" name="Google Shape;395;p10"/>
          <p:cNvSpPr txBox="1"/>
          <p:nvPr/>
        </p:nvSpPr>
        <p:spPr>
          <a:xfrm>
            <a:off x="608405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396" name="Google Shape;396;p10"/>
          <p:cNvSpPr txBox="1"/>
          <p:nvPr/>
        </p:nvSpPr>
        <p:spPr>
          <a:xfrm>
            <a:off x="713209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397" name="Google Shape;397;p10"/>
          <p:cNvSpPr txBox="1"/>
          <p:nvPr/>
        </p:nvSpPr>
        <p:spPr>
          <a:xfrm>
            <a:off x="853731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398" name="Google Shape;398;p10"/>
          <p:cNvSpPr txBox="1"/>
          <p:nvPr/>
        </p:nvSpPr>
        <p:spPr>
          <a:xfrm>
            <a:off x="958535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399" name="Google Shape;399;p10"/>
          <p:cNvSpPr txBox="1"/>
          <p:nvPr/>
        </p:nvSpPr>
        <p:spPr>
          <a:xfrm>
            <a:off x="10910061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400" name="Google Shape;400;p10"/>
          <p:cNvSpPr txBox="1"/>
          <p:nvPr/>
        </p:nvSpPr>
        <p:spPr>
          <a:xfrm>
            <a:off x="2663268" y="446680"/>
            <a:ext cx="10555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 txBox="1"/>
          <p:nvPr/>
        </p:nvSpPr>
        <p:spPr>
          <a:xfrm>
            <a:off x="3420956" y="397688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402" name="Google Shape;402;p10"/>
          <p:cNvSpPr txBox="1"/>
          <p:nvPr/>
        </p:nvSpPr>
        <p:spPr>
          <a:xfrm>
            <a:off x="4308484" y="39558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403" name="Google Shape;403;p10"/>
          <p:cNvSpPr txBox="1"/>
          <p:nvPr/>
        </p:nvSpPr>
        <p:spPr>
          <a:xfrm>
            <a:off x="5454089" y="393487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404" name="Google Shape;404;p10"/>
          <p:cNvSpPr txBox="1"/>
          <p:nvPr/>
        </p:nvSpPr>
        <p:spPr>
          <a:xfrm>
            <a:off x="6286107" y="393049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405" name="Google Shape;405;p10"/>
          <p:cNvSpPr txBox="1"/>
          <p:nvPr/>
        </p:nvSpPr>
        <p:spPr>
          <a:xfrm>
            <a:off x="7286847" y="392612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406" name="Google Shape;406;p10"/>
          <p:cNvSpPr txBox="1"/>
          <p:nvPr/>
        </p:nvSpPr>
        <p:spPr>
          <a:xfrm>
            <a:off x="8134737" y="392612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407" name="Google Shape;407;p10"/>
          <p:cNvSpPr txBox="1"/>
          <p:nvPr/>
        </p:nvSpPr>
        <p:spPr>
          <a:xfrm>
            <a:off x="9049568" y="394155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408" name="Google Shape;408;p10"/>
          <p:cNvSpPr/>
          <p:nvPr/>
        </p:nvSpPr>
        <p:spPr>
          <a:xfrm>
            <a:off x="4488660" y="43346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09" name="Google Shape;409;p10"/>
          <p:cNvSpPr/>
          <p:nvPr/>
        </p:nvSpPr>
        <p:spPr>
          <a:xfrm>
            <a:off x="5454089" y="4332467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10" name="Google Shape;410;p10"/>
          <p:cNvSpPr/>
          <p:nvPr/>
        </p:nvSpPr>
        <p:spPr>
          <a:xfrm>
            <a:off x="6373006" y="43335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11" name="Google Shape;411;p10"/>
          <p:cNvSpPr/>
          <p:nvPr/>
        </p:nvSpPr>
        <p:spPr>
          <a:xfrm>
            <a:off x="7321687" y="43263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2" name="Google Shape;412;p10"/>
          <p:cNvSpPr/>
          <p:nvPr/>
        </p:nvSpPr>
        <p:spPr>
          <a:xfrm>
            <a:off x="8240604" y="432743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13" name="Google Shape;413;p10"/>
          <p:cNvSpPr/>
          <p:nvPr/>
        </p:nvSpPr>
        <p:spPr>
          <a:xfrm>
            <a:off x="9206033" y="432521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14" name="Google Shape;414;p10"/>
          <p:cNvSpPr/>
          <p:nvPr/>
        </p:nvSpPr>
        <p:spPr>
          <a:xfrm>
            <a:off x="10124950" y="43263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15" name="Google Shape;415;p10"/>
          <p:cNvSpPr txBox="1"/>
          <p:nvPr/>
        </p:nvSpPr>
        <p:spPr>
          <a:xfrm>
            <a:off x="9960886" y="392501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416" name="Google Shape;416;p10"/>
          <p:cNvSpPr/>
          <p:nvPr/>
        </p:nvSpPr>
        <p:spPr>
          <a:xfrm>
            <a:off x="11048129" y="431906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17" name="Google Shape;417;p10"/>
          <p:cNvSpPr txBox="1"/>
          <p:nvPr/>
        </p:nvSpPr>
        <p:spPr>
          <a:xfrm>
            <a:off x="10875717" y="391775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8</a:t>
            </a:r>
            <a:endParaRPr/>
          </a:p>
        </p:txBody>
      </p:sp>
      <p:sp>
        <p:nvSpPr>
          <p:cNvPr id="418" name="Google Shape;418;p10"/>
          <p:cNvSpPr/>
          <p:nvPr/>
        </p:nvSpPr>
        <p:spPr>
          <a:xfrm>
            <a:off x="3567697" y="434194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19" name="Google Shape;419;p10"/>
          <p:cNvSpPr txBox="1"/>
          <p:nvPr/>
        </p:nvSpPr>
        <p:spPr>
          <a:xfrm>
            <a:off x="2722017" y="3792223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0" name="Google Shape;420;p10"/>
          <p:cNvCxnSpPr/>
          <p:nvPr/>
        </p:nvCxnSpPr>
        <p:spPr>
          <a:xfrm>
            <a:off x="4486445" y="22508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21" name="Google Shape;421;p10"/>
          <p:cNvCxnSpPr/>
          <p:nvPr/>
        </p:nvCxnSpPr>
        <p:spPr>
          <a:xfrm>
            <a:off x="4486445" y="225083"/>
            <a:ext cx="92096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2" name="Google Shape;422;p10"/>
          <p:cNvCxnSpPr/>
          <p:nvPr/>
        </p:nvCxnSpPr>
        <p:spPr>
          <a:xfrm>
            <a:off x="5421695" y="21456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23" name="Google Shape;423;p10"/>
          <p:cNvCxnSpPr/>
          <p:nvPr/>
        </p:nvCxnSpPr>
        <p:spPr>
          <a:xfrm>
            <a:off x="5437587" y="227047"/>
            <a:ext cx="92096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4" name="Google Shape;424;p10"/>
          <p:cNvCxnSpPr/>
          <p:nvPr/>
        </p:nvCxnSpPr>
        <p:spPr>
          <a:xfrm>
            <a:off x="6372837" y="216527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1"/>
          <p:cNvSpPr txBox="1"/>
          <p:nvPr/>
        </p:nvSpPr>
        <p:spPr>
          <a:xfrm>
            <a:off x="0" y="225083"/>
            <a:ext cx="3418449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4    for i = 0 to M.length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371130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31" name="Google Shape;431;p11"/>
          <p:cNvSpPr/>
          <p:nvPr/>
        </p:nvSpPr>
        <p:spPr>
          <a:xfrm>
            <a:off x="489768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32" name="Google Shape;432;p11"/>
          <p:cNvSpPr/>
          <p:nvPr/>
        </p:nvSpPr>
        <p:spPr>
          <a:xfrm>
            <a:off x="609343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33" name="Google Shape;433;p11"/>
          <p:cNvSpPr/>
          <p:nvPr/>
        </p:nvSpPr>
        <p:spPr>
          <a:xfrm>
            <a:off x="7286847" y="99529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34" name="Google Shape;434;p11"/>
          <p:cNvSpPr/>
          <p:nvPr/>
        </p:nvSpPr>
        <p:spPr>
          <a:xfrm>
            <a:off x="8473221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35" name="Google Shape;435;p11"/>
          <p:cNvSpPr/>
          <p:nvPr/>
        </p:nvSpPr>
        <p:spPr>
          <a:xfrm>
            <a:off x="9659595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36" name="Google Shape;436;p11"/>
          <p:cNvSpPr/>
          <p:nvPr/>
        </p:nvSpPr>
        <p:spPr>
          <a:xfrm>
            <a:off x="1084596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37" name="Google Shape;437;p11"/>
          <p:cNvSpPr txBox="1"/>
          <p:nvPr/>
        </p:nvSpPr>
        <p:spPr>
          <a:xfrm>
            <a:off x="371130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438" name="Google Shape;438;p11"/>
          <p:cNvSpPr txBox="1"/>
          <p:nvPr/>
        </p:nvSpPr>
        <p:spPr>
          <a:xfrm>
            <a:off x="475934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1</a:t>
            </a:r>
            <a:endParaRPr/>
          </a:p>
        </p:txBody>
      </p:sp>
      <p:sp>
        <p:nvSpPr>
          <p:cNvPr id="439" name="Google Shape;439;p11"/>
          <p:cNvSpPr txBox="1"/>
          <p:nvPr/>
        </p:nvSpPr>
        <p:spPr>
          <a:xfrm>
            <a:off x="608405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440" name="Google Shape;440;p11"/>
          <p:cNvSpPr txBox="1"/>
          <p:nvPr/>
        </p:nvSpPr>
        <p:spPr>
          <a:xfrm>
            <a:off x="713209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441" name="Google Shape;441;p11"/>
          <p:cNvSpPr txBox="1"/>
          <p:nvPr/>
        </p:nvSpPr>
        <p:spPr>
          <a:xfrm>
            <a:off x="853731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442" name="Google Shape;442;p11"/>
          <p:cNvSpPr txBox="1"/>
          <p:nvPr/>
        </p:nvSpPr>
        <p:spPr>
          <a:xfrm>
            <a:off x="958535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443" name="Google Shape;443;p11"/>
          <p:cNvSpPr txBox="1"/>
          <p:nvPr/>
        </p:nvSpPr>
        <p:spPr>
          <a:xfrm>
            <a:off x="10910061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444" name="Google Shape;444;p11"/>
          <p:cNvSpPr txBox="1"/>
          <p:nvPr/>
        </p:nvSpPr>
        <p:spPr>
          <a:xfrm>
            <a:off x="2663268" y="446680"/>
            <a:ext cx="10555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 txBox="1"/>
          <p:nvPr/>
        </p:nvSpPr>
        <p:spPr>
          <a:xfrm>
            <a:off x="3420956" y="397688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446" name="Google Shape;446;p11"/>
          <p:cNvSpPr txBox="1"/>
          <p:nvPr/>
        </p:nvSpPr>
        <p:spPr>
          <a:xfrm>
            <a:off x="4308484" y="39558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447" name="Google Shape;447;p11"/>
          <p:cNvSpPr txBox="1"/>
          <p:nvPr/>
        </p:nvSpPr>
        <p:spPr>
          <a:xfrm>
            <a:off x="5454089" y="393487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448" name="Google Shape;448;p11"/>
          <p:cNvSpPr txBox="1"/>
          <p:nvPr/>
        </p:nvSpPr>
        <p:spPr>
          <a:xfrm>
            <a:off x="6286107" y="393049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449" name="Google Shape;449;p11"/>
          <p:cNvSpPr txBox="1"/>
          <p:nvPr/>
        </p:nvSpPr>
        <p:spPr>
          <a:xfrm>
            <a:off x="7286847" y="392612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450" name="Google Shape;450;p11"/>
          <p:cNvSpPr txBox="1"/>
          <p:nvPr/>
        </p:nvSpPr>
        <p:spPr>
          <a:xfrm>
            <a:off x="8134737" y="392612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451" name="Google Shape;451;p11"/>
          <p:cNvSpPr txBox="1"/>
          <p:nvPr/>
        </p:nvSpPr>
        <p:spPr>
          <a:xfrm>
            <a:off x="9049568" y="394155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452" name="Google Shape;452;p11"/>
          <p:cNvSpPr/>
          <p:nvPr/>
        </p:nvSpPr>
        <p:spPr>
          <a:xfrm>
            <a:off x="4488660" y="43346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53" name="Google Shape;453;p11"/>
          <p:cNvSpPr/>
          <p:nvPr/>
        </p:nvSpPr>
        <p:spPr>
          <a:xfrm>
            <a:off x="5454089" y="43324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54" name="Google Shape;454;p11"/>
          <p:cNvSpPr/>
          <p:nvPr/>
        </p:nvSpPr>
        <p:spPr>
          <a:xfrm>
            <a:off x="6373006" y="43335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55" name="Google Shape;455;p11"/>
          <p:cNvSpPr/>
          <p:nvPr/>
        </p:nvSpPr>
        <p:spPr>
          <a:xfrm>
            <a:off x="7321687" y="43263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56" name="Google Shape;456;p11"/>
          <p:cNvSpPr/>
          <p:nvPr/>
        </p:nvSpPr>
        <p:spPr>
          <a:xfrm>
            <a:off x="8240604" y="432743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57" name="Google Shape;457;p11"/>
          <p:cNvSpPr/>
          <p:nvPr/>
        </p:nvSpPr>
        <p:spPr>
          <a:xfrm>
            <a:off x="9206033" y="432521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58" name="Google Shape;458;p11"/>
          <p:cNvSpPr/>
          <p:nvPr/>
        </p:nvSpPr>
        <p:spPr>
          <a:xfrm>
            <a:off x="10124950" y="43263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59" name="Google Shape;459;p11"/>
          <p:cNvSpPr txBox="1"/>
          <p:nvPr/>
        </p:nvSpPr>
        <p:spPr>
          <a:xfrm>
            <a:off x="9960886" y="392501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460" name="Google Shape;460;p11"/>
          <p:cNvSpPr/>
          <p:nvPr/>
        </p:nvSpPr>
        <p:spPr>
          <a:xfrm>
            <a:off x="11048129" y="431906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61" name="Google Shape;461;p11"/>
          <p:cNvSpPr txBox="1"/>
          <p:nvPr/>
        </p:nvSpPr>
        <p:spPr>
          <a:xfrm>
            <a:off x="11090618" y="3917755"/>
            <a:ext cx="876260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462" name="Google Shape;462;p11"/>
          <p:cNvSpPr/>
          <p:nvPr/>
        </p:nvSpPr>
        <p:spPr>
          <a:xfrm>
            <a:off x="3567697" y="434194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63" name="Google Shape;463;p11"/>
          <p:cNvSpPr txBox="1"/>
          <p:nvPr/>
        </p:nvSpPr>
        <p:spPr>
          <a:xfrm>
            <a:off x="2722017" y="3792223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4" name="Google Shape;464;p11"/>
          <p:cNvCxnSpPr/>
          <p:nvPr/>
        </p:nvCxnSpPr>
        <p:spPr>
          <a:xfrm>
            <a:off x="4486445" y="22508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65" name="Google Shape;465;p11"/>
          <p:cNvCxnSpPr/>
          <p:nvPr/>
        </p:nvCxnSpPr>
        <p:spPr>
          <a:xfrm>
            <a:off x="4486445" y="225083"/>
            <a:ext cx="92096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6" name="Google Shape;466;p11"/>
          <p:cNvCxnSpPr/>
          <p:nvPr/>
        </p:nvCxnSpPr>
        <p:spPr>
          <a:xfrm>
            <a:off x="5421695" y="21456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67" name="Google Shape;467;p11"/>
          <p:cNvCxnSpPr/>
          <p:nvPr/>
        </p:nvCxnSpPr>
        <p:spPr>
          <a:xfrm>
            <a:off x="5437587" y="227047"/>
            <a:ext cx="92096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8" name="Google Shape;468;p11"/>
          <p:cNvCxnSpPr/>
          <p:nvPr/>
        </p:nvCxnSpPr>
        <p:spPr>
          <a:xfrm>
            <a:off x="6372837" y="216527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69" name="Google Shape;469;p11"/>
          <p:cNvCxnSpPr/>
          <p:nvPr/>
        </p:nvCxnSpPr>
        <p:spPr>
          <a:xfrm>
            <a:off x="6372837" y="234307"/>
            <a:ext cx="1458911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0" name="Google Shape;470;p11"/>
          <p:cNvCxnSpPr/>
          <p:nvPr/>
        </p:nvCxnSpPr>
        <p:spPr>
          <a:xfrm>
            <a:off x="7846035" y="223787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2"/>
          <p:cNvSpPr txBox="1"/>
          <p:nvPr/>
        </p:nvSpPr>
        <p:spPr>
          <a:xfrm>
            <a:off x="0" y="225083"/>
            <a:ext cx="3418449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4    for i = 0 to M.length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  <p:sp>
        <p:nvSpPr>
          <p:cNvPr id="476" name="Google Shape;476;p12"/>
          <p:cNvSpPr/>
          <p:nvPr/>
        </p:nvSpPr>
        <p:spPr>
          <a:xfrm>
            <a:off x="371130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77" name="Google Shape;477;p12"/>
          <p:cNvSpPr/>
          <p:nvPr/>
        </p:nvSpPr>
        <p:spPr>
          <a:xfrm>
            <a:off x="489768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78" name="Google Shape;478;p12"/>
          <p:cNvSpPr/>
          <p:nvPr/>
        </p:nvSpPr>
        <p:spPr>
          <a:xfrm>
            <a:off x="609343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79" name="Google Shape;479;p12"/>
          <p:cNvSpPr/>
          <p:nvPr/>
        </p:nvSpPr>
        <p:spPr>
          <a:xfrm>
            <a:off x="7286847" y="99529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80" name="Google Shape;480;p12"/>
          <p:cNvSpPr/>
          <p:nvPr/>
        </p:nvSpPr>
        <p:spPr>
          <a:xfrm>
            <a:off x="8473221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81" name="Google Shape;481;p12"/>
          <p:cNvSpPr/>
          <p:nvPr/>
        </p:nvSpPr>
        <p:spPr>
          <a:xfrm>
            <a:off x="9659595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82" name="Google Shape;482;p12"/>
          <p:cNvSpPr/>
          <p:nvPr/>
        </p:nvSpPr>
        <p:spPr>
          <a:xfrm>
            <a:off x="1084596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83" name="Google Shape;483;p12"/>
          <p:cNvSpPr txBox="1"/>
          <p:nvPr/>
        </p:nvSpPr>
        <p:spPr>
          <a:xfrm>
            <a:off x="371130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484" name="Google Shape;484;p12"/>
          <p:cNvSpPr txBox="1"/>
          <p:nvPr/>
        </p:nvSpPr>
        <p:spPr>
          <a:xfrm>
            <a:off x="475934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1</a:t>
            </a:r>
            <a:endParaRPr/>
          </a:p>
        </p:txBody>
      </p:sp>
      <p:sp>
        <p:nvSpPr>
          <p:cNvPr id="485" name="Google Shape;485;p12"/>
          <p:cNvSpPr txBox="1"/>
          <p:nvPr/>
        </p:nvSpPr>
        <p:spPr>
          <a:xfrm>
            <a:off x="608405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486" name="Google Shape;486;p12"/>
          <p:cNvSpPr txBox="1"/>
          <p:nvPr/>
        </p:nvSpPr>
        <p:spPr>
          <a:xfrm>
            <a:off x="713209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487" name="Google Shape;487;p12"/>
          <p:cNvSpPr txBox="1"/>
          <p:nvPr/>
        </p:nvSpPr>
        <p:spPr>
          <a:xfrm>
            <a:off x="853731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488" name="Google Shape;488;p12"/>
          <p:cNvSpPr txBox="1"/>
          <p:nvPr/>
        </p:nvSpPr>
        <p:spPr>
          <a:xfrm>
            <a:off x="958535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489" name="Google Shape;489;p12"/>
          <p:cNvSpPr txBox="1"/>
          <p:nvPr/>
        </p:nvSpPr>
        <p:spPr>
          <a:xfrm>
            <a:off x="10910061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490" name="Google Shape;490;p12"/>
          <p:cNvSpPr txBox="1"/>
          <p:nvPr/>
        </p:nvSpPr>
        <p:spPr>
          <a:xfrm>
            <a:off x="2663268" y="446680"/>
            <a:ext cx="10555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2"/>
          <p:cNvSpPr txBox="1"/>
          <p:nvPr/>
        </p:nvSpPr>
        <p:spPr>
          <a:xfrm>
            <a:off x="3420956" y="397688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492" name="Google Shape;492;p12"/>
          <p:cNvSpPr txBox="1"/>
          <p:nvPr/>
        </p:nvSpPr>
        <p:spPr>
          <a:xfrm>
            <a:off x="4308484" y="39558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493" name="Google Shape;493;p12"/>
          <p:cNvSpPr txBox="1"/>
          <p:nvPr/>
        </p:nvSpPr>
        <p:spPr>
          <a:xfrm>
            <a:off x="5454089" y="393487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494" name="Google Shape;494;p12"/>
          <p:cNvSpPr txBox="1"/>
          <p:nvPr/>
        </p:nvSpPr>
        <p:spPr>
          <a:xfrm>
            <a:off x="6286107" y="393049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495" name="Google Shape;495;p12"/>
          <p:cNvSpPr txBox="1"/>
          <p:nvPr/>
        </p:nvSpPr>
        <p:spPr>
          <a:xfrm>
            <a:off x="7286847" y="392612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496" name="Google Shape;496;p12"/>
          <p:cNvSpPr txBox="1"/>
          <p:nvPr/>
        </p:nvSpPr>
        <p:spPr>
          <a:xfrm>
            <a:off x="8134737" y="392612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497" name="Google Shape;497;p12"/>
          <p:cNvSpPr txBox="1"/>
          <p:nvPr/>
        </p:nvSpPr>
        <p:spPr>
          <a:xfrm>
            <a:off x="9049568" y="394155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498" name="Google Shape;498;p12"/>
          <p:cNvSpPr/>
          <p:nvPr/>
        </p:nvSpPr>
        <p:spPr>
          <a:xfrm>
            <a:off x="4488660" y="43346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99" name="Google Shape;499;p12"/>
          <p:cNvSpPr/>
          <p:nvPr/>
        </p:nvSpPr>
        <p:spPr>
          <a:xfrm>
            <a:off x="5454089" y="43324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00" name="Google Shape;500;p12"/>
          <p:cNvSpPr/>
          <p:nvPr/>
        </p:nvSpPr>
        <p:spPr>
          <a:xfrm>
            <a:off x="6373006" y="43335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01" name="Google Shape;501;p12"/>
          <p:cNvSpPr/>
          <p:nvPr/>
        </p:nvSpPr>
        <p:spPr>
          <a:xfrm>
            <a:off x="7321687" y="43263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02" name="Google Shape;502;p12"/>
          <p:cNvSpPr/>
          <p:nvPr/>
        </p:nvSpPr>
        <p:spPr>
          <a:xfrm>
            <a:off x="8240604" y="432743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03" name="Google Shape;503;p12"/>
          <p:cNvSpPr/>
          <p:nvPr/>
        </p:nvSpPr>
        <p:spPr>
          <a:xfrm>
            <a:off x="9206033" y="432521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04" name="Google Shape;504;p12"/>
          <p:cNvSpPr/>
          <p:nvPr/>
        </p:nvSpPr>
        <p:spPr>
          <a:xfrm>
            <a:off x="10124950" y="43263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05" name="Google Shape;505;p12"/>
          <p:cNvSpPr txBox="1"/>
          <p:nvPr/>
        </p:nvSpPr>
        <p:spPr>
          <a:xfrm>
            <a:off x="9960886" y="392501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506" name="Google Shape;506;p12"/>
          <p:cNvSpPr/>
          <p:nvPr/>
        </p:nvSpPr>
        <p:spPr>
          <a:xfrm>
            <a:off x="11048129" y="4319062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07" name="Google Shape;507;p12"/>
          <p:cNvSpPr txBox="1"/>
          <p:nvPr/>
        </p:nvSpPr>
        <p:spPr>
          <a:xfrm>
            <a:off x="11090618" y="3917755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508" name="Google Shape;508;p12"/>
          <p:cNvSpPr/>
          <p:nvPr/>
        </p:nvSpPr>
        <p:spPr>
          <a:xfrm>
            <a:off x="3567697" y="434194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09" name="Google Shape;509;p12"/>
          <p:cNvSpPr txBox="1"/>
          <p:nvPr/>
        </p:nvSpPr>
        <p:spPr>
          <a:xfrm>
            <a:off x="2722017" y="3792223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0" name="Google Shape;510;p12"/>
          <p:cNvCxnSpPr/>
          <p:nvPr/>
        </p:nvCxnSpPr>
        <p:spPr>
          <a:xfrm>
            <a:off x="4486445" y="22508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11" name="Google Shape;511;p12"/>
          <p:cNvCxnSpPr/>
          <p:nvPr/>
        </p:nvCxnSpPr>
        <p:spPr>
          <a:xfrm>
            <a:off x="4486445" y="225083"/>
            <a:ext cx="92096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2" name="Google Shape;512;p12"/>
          <p:cNvCxnSpPr/>
          <p:nvPr/>
        </p:nvCxnSpPr>
        <p:spPr>
          <a:xfrm>
            <a:off x="5421695" y="21456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13" name="Google Shape;513;p12"/>
          <p:cNvCxnSpPr/>
          <p:nvPr/>
        </p:nvCxnSpPr>
        <p:spPr>
          <a:xfrm>
            <a:off x="5437587" y="227047"/>
            <a:ext cx="92096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4" name="Google Shape;514;p12"/>
          <p:cNvCxnSpPr/>
          <p:nvPr/>
        </p:nvCxnSpPr>
        <p:spPr>
          <a:xfrm>
            <a:off x="6372837" y="216527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15" name="Google Shape;515;p12"/>
          <p:cNvCxnSpPr/>
          <p:nvPr/>
        </p:nvCxnSpPr>
        <p:spPr>
          <a:xfrm>
            <a:off x="6372837" y="234307"/>
            <a:ext cx="1458911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6" name="Google Shape;516;p12"/>
          <p:cNvCxnSpPr/>
          <p:nvPr/>
        </p:nvCxnSpPr>
        <p:spPr>
          <a:xfrm>
            <a:off x="7846035" y="223787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3"/>
          <p:cNvSpPr/>
          <p:nvPr/>
        </p:nvSpPr>
        <p:spPr>
          <a:xfrm>
            <a:off x="371130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22" name="Google Shape;522;p13"/>
          <p:cNvSpPr/>
          <p:nvPr/>
        </p:nvSpPr>
        <p:spPr>
          <a:xfrm>
            <a:off x="489768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23" name="Google Shape;523;p13"/>
          <p:cNvSpPr/>
          <p:nvPr/>
        </p:nvSpPr>
        <p:spPr>
          <a:xfrm>
            <a:off x="609343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24" name="Google Shape;524;p13"/>
          <p:cNvSpPr/>
          <p:nvPr/>
        </p:nvSpPr>
        <p:spPr>
          <a:xfrm>
            <a:off x="728684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525" name="Google Shape;525;p13"/>
          <p:cNvSpPr/>
          <p:nvPr/>
        </p:nvSpPr>
        <p:spPr>
          <a:xfrm>
            <a:off x="8473221" y="995292"/>
            <a:ext cx="1186374" cy="60491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26" name="Google Shape;526;p13"/>
          <p:cNvSpPr/>
          <p:nvPr/>
        </p:nvSpPr>
        <p:spPr>
          <a:xfrm>
            <a:off x="9659595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27" name="Google Shape;527;p13"/>
          <p:cNvSpPr/>
          <p:nvPr/>
        </p:nvSpPr>
        <p:spPr>
          <a:xfrm>
            <a:off x="1084596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28" name="Google Shape;528;p13"/>
          <p:cNvSpPr txBox="1"/>
          <p:nvPr/>
        </p:nvSpPr>
        <p:spPr>
          <a:xfrm>
            <a:off x="371130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529" name="Google Shape;529;p13"/>
          <p:cNvSpPr txBox="1"/>
          <p:nvPr/>
        </p:nvSpPr>
        <p:spPr>
          <a:xfrm>
            <a:off x="475934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1</a:t>
            </a:r>
            <a:endParaRPr/>
          </a:p>
        </p:txBody>
      </p:sp>
      <p:sp>
        <p:nvSpPr>
          <p:cNvPr id="530" name="Google Shape;530;p13"/>
          <p:cNvSpPr txBox="1"/>
          <p:nvPr/>
        </p:nvSpPr>
        <p:spPr>
          <a:xfrm>
            <a:off x="608405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531" name="Google Shape;531;p13"/>
          <p:cNvSpPr txBox="1"/>
          <p:nvPr/>
        </p:nvSpPr>
        <p:spPr>
          <a:xfrm>
            <a:off x="713209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532" name="Google Shape;532;p13"/>
          <p:cNvSpPr txBox="1"/>
          <p:nvPr/>
        </p:nvSpPr>
        <p:spPr>
          <a:xfrm>
            <a:off x="853731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533" name="Google Shape;533;p13"/>
          <p:cNvSpPr txBox="1"/>
          <p:nvPr/>
        </p:nvSpPr>
        <p:spPr>
          <a:xfrm>
            <a:off x="958535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534" name="Google Shape;534;p13"/>
          <p:cNvSpPr txBox="1"/>
          <p:nvPr/>
        </p:nvSpPr>
        <p:spPr>
          <a:xfrm>
            <a:off x="10910061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535" name="Google Shape;535;p13"/>
          <p:cNvSpPr txBox="1"/>
          <p:nvPr/>
        </p:nvSpPr>
        <p:spPr>
          <a:xfrm>
            <a:off x="2663268" y="446680"/>
            <a:ext cx="10555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3"/>
          <p:cNvSpPr txBox="1"/>
          <p:nvPr/>
        </p:nvSpPr>
        <p:spPr>
          <a:xfrm>
            <a:off x="3420956" y="397688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537" name="Google Shape;537;p13"/>
          <p:cNvSpPr txBox="1"/>
          <p:nvPr/>
        </p:nvSpPr>
        <p:spPr>
          <a:xfrm>
            <a:off x="4308484" y="39558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538" name="Google Shape;538;p13"/>
          <p:cNvSpPr txBox="1"/>
          <p:nvPr/>
        </p:nvSpPr>
        <p:spPr>
          <a:xfrm>
            <a:off x="5454089" y="393487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539" name="Google Shape;539;p13"/>
          <p:cNvSpPr txBox="1"/>
          <p:nvPr/>
        </p:nvSpPr>
        <p:spPr>
          <a:xfrm>
            <a:off x="6372837" y="3930497"/>
            <a:ext cx="888214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540" name="Google Shape;540;p13"/>
          <p:cNvSpPr txBox="1"/>
          <p:nvPr/>
        </p:nvSpPr>
        <p:spPr>
          <a:xfrm>
            <a:off x="7286847" y="392612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541" name="Google Shape;541;p13"/>
          <p:cNvSpPr txBox="1"/>
          <p:nvPr/>
        </p:nvSpPr>
        <p:spPr>
          <a:xfrm>
            <a:off x="8134737" y="392612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542" name="Google Shape;542;p13"/>
          <p:cNvSpPr txBox="1"/>
          <p:nvPr/>
        </p:nvSpPr>
        <p:spPr>
          <a:xfrm>
            <a:off x="9049568" y="394155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543" name="Google Shape;543;p13"/>
          <p:cNvSpPr/>
          <p:nvPr/>
        </p:nvSpPr>
        <p:spPr>
          <a:xfrm>
            <a:off x="4488660" y="43346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44" name="Google Shape;544;p13"/>
          <p:cNvSpPr/>
          <p:nvPr/>
        </p:nvSpPr>
        <p:spPr>
          <a:xfrm>
            <a:off x="5454089" y="43324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45" name="Google Shape;545;p13"/>
          <p:cNvSpPr/>
          <p:nvPr/>
        </p:nvSpPr>
        <p:spPr>
          <a:xfrm>
            <a:off x="6373006" y="43335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46" name="Google Shape;546;p13"/>
          <p:cNvSpPr/>
          <p:nvPr/>
        </p:nvSpPr>
        <p:spPr>
          <a:xfrm>
            <a:off x="7321687" y="43263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47" name="Google Shape;547;p13"/>
          <p:cNvSpPr/>
          <p:nvPr/>
        </p:nvSpPr>
        <p:spPr>
          <a:xfrm>
            <a:off x="8240604" y="432743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48" name="Google Shape;548;p13"/>
          <p:cNvSpPr/>
          <p:nvPr/>
        </p:nvSpPr>
        <p:spPr>
          <a:xfrm>
            <a:off x="9206033" y="432521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49" name="Google Shape;549;p13"/>
          <p:cNvSpPr/>
          <p:nvPr/>
        </p:nvSpPr>
        <p:spPr>
          <a:xfrm>
            <a:off x="10124950" y="43263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50" name="Google Shape;550;p13"/>
          <p:cNvSpPr txBox="1"/>
          <p:nvPr/>
        </p:nvSpPr>
        <p:spPr>
          <a:xfrm>
            <a:off x="9960886" y="392501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551" name="Google Shape;551;p13"/>
          <p:cNvSpPr/>
          <p:nvPr/>
        </p:nvSpPr>
        <p:spPr>
          <a:xfrm>
            <a:off x="11048129" y="431906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52" name="Google Shape;552;p13"/>
          <p:cNvSpPr txBox="1"/>
          <p:nvPr/>
        </p:nvSpPr>
        <p:spPr>
          <a:xfrm>
            <a:off x="11090618" y="3917755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553" name="Google Shape;553;p13"/>
          <p:cNvSpPr/>
          <p:nvPr/>
        </p:nvSpPr>
        <p:spPr>
          <a:xfrm>
            <a:off x="3567697" y="434194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54" name="Google Shape;554;p13"/>
          <p:cNvSpPr txBox="1"/>
          <p:nvPr/>
        </p:nvSpPr>
        <p:spPr>
          <a:xfrm>
            <a:off x="2722017" y="3792223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5" name="Google Shape;555;p13"/>
          <p:cNvCxnSpPr/>
          <p:nvPr/>
        </p:nvCxnSpPr>
        <p:spPr>
          <a:xfrm>
            <a:off x="4486445" y="22508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56" name="Google Shape;556;p13"/>
          <p:cNvCxnSpPr/>
          <p:nvPr/>
        </p:nvCxnSpPr>
        <p:spPr>
          <a:xfrm>
            <a:off x="4486445" y="225083"/>
            <a:ext cx="92096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7" name="Google Shape;557;p13"/>
          <p:cNvCxnSpPr/>
          <p:nvPr/>
        </p:nvCxnSpPr>
        <p:spPr>
          <a:xfrm>
            <a:off x="5421695" y="21456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58" name="Google Shape;558;p13"/>
          <p:cNvCxnSpPr/>
          <p:nvPr/>
        </p:nvCxnSpPr>
        <p:spPr>
          <a:xfrm>
            <a:off x="5437587" y="227047"/>
            <a:ext cx="92096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9" name="Google Shape;559;p13"/>
          <p:cNvCxnSpPr/>
          <p:nvPr/>
        </p:nvCxnSpPr>
        <p:spPr>
          <a:xfrm>
            <a:off x="6372837" y="216527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60" name="Google Shape;560;p13"/>
          <p:cNvCxnSpPr/>
          <p:nvPr/>
        </p:nvCxnSpPr>
        <p:spPr>
          <a:xfrm>
            <a:off x="6372837" y="234307"/>
            <a:ext cx="1458911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1" name="Google Shape;561;p13"/>
          <p:cNvCxnSpPr/>
          <p:nvPr/>
        </p:nvCxnSpPr>
        <p:spPr>
          <a:xfrm>
            <a:off x="7846035" y="223787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62" name="Google Shape;562;p13"/>
          <p:cNvCxnSpPr/>
          <p:nvPr/>
        </p:nvCxnSpPr>
        <p:spPr>
          <a:xfrm flipH="1" rot="10800000">
            <a:off x="7846035" y="227052"/>
            <a:ext cx="1052513" cy="725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3" name="Google Shape;563;p13"/>
          <p:cNvCxnSpPr/>
          <p:nvPr/>
        </p:nvCxnSpPr>
        <p:spPr>
          <a:xfrm>
            <a:off x="8912835" y="216532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64" name="Google Shape;564;p13"/>
          <p:cNvSpPr txBox="1"/>
          <p:nvPr/>
        </p:nvSpPr>
        <p:spPr>
          <a:xfrm>
            <a:off x="0" y="225083"/>
            <a:ext cx="3418449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4    for i = 0 to M.length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4"/>
          <p:cNvSpPr/>
          <p:nvPr/>
        </p:nvSpPr>
        <p:spPr>
          <a:xfrm>
            <a:off x="371130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70" name="Google Shape;570;p14"/>
          <p:cNvSpPr/>
          <p:nvPr/>
        </p:nvSpPr>
        <p:spPr>
          <a:xfrm>
            <a:off x="489768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71" name="Google Shape;571;p14"/>
          <p:cNvSpPr/>
          <p:nvPr/>
        </p:nvSpPr>
        <p:spPr>
          <a:xfrm>
            <a:off x="609343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72" name="Google Shape;572;p14"/>
          <p:cNvSpPr/>
          <p:nvPr/>
        </p:nvSpPr>
        <p:spPr>
          <a:xfrm>
            <a:off x="728684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573" name="Google Shape;573;p14"/>
          <p:cNvSpPr/>
          <p:nvPr/>
        </p:nvSpPr>
        <p:spPr>
          <a:xfrm>
            <a:off x="8473221" y="995292"/>
            <a:ext cx="1186374" cy="60491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74" name="Google Shape;574;p14"/>
          <p:cNvSpPr/>
          <p:nvPr/>
        </p:nvSpPr>
        <p:spPr>
          <a:xfrm>
            <a:off x="9659595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75" name="Google Shape;575;p14"/>
          <p:cNvSpPr/>
          <p:nvPr/>
        </p:nvSpPr>
        <p:spPr>
          <a:xfrm>
            <a:off x="1084596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76" name="Google Shape;576;p14"/>
          <p:cNvSpPr txBox="1"/>
          <p:nvPr/>
        </p:nvSpPr>
        <p:spPr>
          <a:xfrm>
            <a:off x="371130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577" name="Google Shape;577;p14"/>
          <p:cNvSpPr txBox="1"/>
          <p:nvPr/>
        </p:nvSpPr>
        <p:spPr>
          <a:xfrm>
            <a:off x="475934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1</a:t>
            </a:r>
            <a:endParaRPr/>
          </a:p>
        </p:txBody>
      </p:sp>
      <p:sp>
        <p:nvSpPr>
          <p:cNvPr id="578" name="Google Shape;578;p14"/>
          <p:cNvSpPr txBox="1"/>
          <p:nvPr/>
        </p:nvSpPr>
        <p:spPr>
          <a:xfrm>
            <a:off x="608405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579" name="Google Shape;579;p14"/>
          <p:cNvSpPr txBox="1"/>
          <p:nvPr/>
        </p:nvSpPr>
        <p:spPr>
          <a:xfrm>
            <a:off x="713209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580" name="Google Shape;580;p14"/>
          <p:cNvSpPr txBox="1"/>
          <p:nvPr/>
        </p:nvSpPr>
        <p:spPr>
          <a:xfrm>
            <a:off x="853731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581" name="Google Shape;581;p14"/>
          <p:cNvSpPr txBox="1"/>
          <p:nvPr/>
        </p:nvSpPr>
        <p:spPr>
          <a:xfrm>
            <a:off x="958535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582" name="Google Shape;582;p14"/>
          <p:cNvSpPr txBox="1"/>
          <p:nvPr/>
        </p:nvSpPr>
        <p:spPr>
          <a:xfrm>
            <a:off x="10910061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583" name="Google Shape;583;p14"/>
          <p:cNvSpPr txBox="1"/>
          <p:nvPr/>
        </p:nvSpPr>
        <p:spPr>
          <a:xfrm>
            <a:off x="2663268" y="446680"/>
            <a:ext cx="10555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4"/>
          <p:cNvSpPr txBox="1"/>
          <p:nvPr/>
        </p:nvSpPr>
        <p:spPr>
          <a:xfrm>
            <a:off x="3420956" y="397688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585" name="Google Shape;585;p14"/>
          <p:cNvSpPr txBox="1"/>
          <p:nvPr/>
        </p:nvSpPr>
        <p:spPr>
          <a:xfrm>
            <a:off x="4308484" y="39558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586" name="Google Shape;586;p14"/>
          <p:cNvSpPr txBox="1"/>
          <p:nvPr/>
        </p:nvSpPr>
        <p:spPr>
          <a:xfrm>
            <a:off x="5454089" y="393487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587" name="Google Shape;587;p14"/>
          <p:cNvSpPr txBox="1"/>
          <p:nvPr/>
        </p:nvSpPr>
        <p:spPr>
          <a:xfrm>
            <a:off x="6372837" y="3930497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588" name="Google Shape;588;p14"/>
          <p:cNvSpPr txBox="1"/>
          <p:nvPr/>
        </p:nvSpPr>
        <p:spPr>
          <a:xfrm>
            <a:off x="7286847" y="392612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589" name="Google Shape;589;p14"/>
          <p:cNvSpPr txBox="1"/>
          <p:nvPr/>
        </p:nvSpPr>
        <p:spPr>
          <a:xfrm>
            <a:off x="8134737" y="392612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590" name="Google Shape;590;p14"/>
          <p:cNvSpPr txBox="1"/>
          <p:nvPr/>
        </p:nvSpPr>
        <p:spPr>
          <a:xfrm>
            <a:off x="9049568" y="394155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591" name="Google Shape;591;p14"/>
          <p:cNvSpPr/>
          <p:nvPr/>
        </p:nvSpPr>
        <p:spPr>
          <a:xfrm>
            <a:off x="4488660" y="43346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92" name="Google Shape;592;p14"/>
          <p:cNvSpPr/>
          <p:nvPr/>
        </p:nvSpPr>
        <p:spPr>
          <a:xfrm>
            <a:off x="5454089" y="43324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93" name="Google Shape;593;p14"/>
          <p:cNvSpPr/>
          <p:nvPr/>
        </p:nvSpPr>
        <p:spPr>
          <a:xfrm>
            <a:off x="6373006" y="4333576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94" name="Google Shape;594;p14"/>
          <p:cNvSpPr/>
          <p:nvPr/>
        </p:nvSpPr>
        <p:spPr>
          <a:xfrm>
            <a:off x="7321687" y="43263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95" name="Google Shape;595;p14"/>
          <p:cNvSpPr/>
          <p:nvPr/>
        </p:nvSpPr>
        <p:spPr>
          <a:xfrm>
            <a:off x="8240604" y="432743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96" name="Google Shape;596;p14"/>
          <p:cNvSpPr/>
          <p:nvPr/>
        </p:nvSpPr>
        <p:spPr>
          <a:xfrm>
            <a:off x="9206033" y="432521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97" name="Google Shape;597;p14"/>
          <p:cNvSpPr/>
          <p:nvPr/>
        </p:nvSpPr>
        <p:spPr>
          <a:xfrm>
            <a:off x="10124950" y="43263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98" name="Google Shape;598;p14"/>
          <p:cNvSpPr txBox="1"/>
          <p:nvPr/>
        </p:nvSpPr>
        <p:spPr>
          <a:xfrm>
            <a:off x="9960886" y="392501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599" name="Google Shape;599;p14"/>
          <p:cNvSpPr/>
          <p:nvPr/>
        </p:nvSpPr>
        <p:spPr>
          <a:xfrm>
            <a:off x="11048129" y="431906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00" name="Google Shape;600;p14"/>
          <p:cNvSpPr txBox="1"/>
          <p:nvPr/>
        </p:nvSpPr>
        <p:spPr>
          <a:xfrm>
            <a:off x="11090618" y="3917755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601" name="Google Shape;601;p14"/>
          <p:cNvSpPr/>
          <p:nvPr/>
        </p:nvSpPr>
        <p:spPr>
          <a:xfrm>
            <a:off x="3567697" y="434194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02" name="Google Shape;602;p14"/>
          <p:cNvSpPr txBox="1"/>
          <p:nvPr/>
        </p:nvSpPr>
        <p:spPr>
          <a:xfrm>
            <a:off x="2722017" y="3792223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3" name="Google Shape;603;p14"/>
          <p:cNvCxnSpPr/>
          <p:nvPr/>
        </p:nvCxnSpPr>
        <p:spPr>
          <a:xfrm>
            <a:off x="4486445" y="22508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04" name="Google Shape;604;p14"/>
          <p:cNvCxnSpPr/>
          <p:nvPr/>
        </p:nvCxnSpPr>
        <p:spPr>
          <a:xfrm>
            <a:off x="4486445" y="225083"/>
            <a:ext cx="92096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5" name="Google Shape;605;p14"/>
          <p:cNvCxnSpPr/>
          <p:nvPr/>
        </p:nvCxnSpPr>
        <p:spPr>
          <a:xfrm>
            <a:off x="5421695" y="21456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06" name="Google Shape;606;p14"/>
          <p:cNvCxnSpPr/>
          <p:nvPr/>
        </p:nvCxnSpPr>
        <p:spPr>
          <a:xfrm>
            <a:off x="5437587" y="227047"/>
            <a:ext cx="92096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7" name="Google Shape;607;p14"/>
          <p:cNvCxnSpPr/>
          <p:nvPr/>
        </p:nvCxnSpPr>
        <p:spPr>
          <a:xfrm>
            <a:off x="6372837" y="216527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08" name="Google Shape;608;p14"/>
          <p:cNvCxnSpPr/>
          <p:nvPr/>
        </p:nvCxnSpPr>
        <p:spPr>
          <a:xfrm>
            <a:off x="6372837" y="234307"/>
            <a:ext cx="1458911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9" name="Google Shape;609;p14"/>
          <p:cNvCxnSpPr/>
          <p:nvPr/>
        </p:nvCxnSpPr>
        <p:spPr>
          <a:xfrm>
            <a:off x="7846035" y="223787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10" name="Google Shape;610;p14"/>
          <p:cNvCxnSpPr/>
          <p:nvPr/>
        </p:nvCxnSpPr>
        <p:spPr>
          <a:xfrm flipH="1" rot="10800000">
            <a:off x="7846035" y="227052"/>
            <a:ext cx="1052513" cy="725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1" name="Google Shape;611;p14"/>
          <p:cNvCxnSpPr/>
          <p:nvPr/>
        </p:nvCxnSpPr>
        <p:spPr>
          <a:xfrm>
            <a:off x="8912835" y="216532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12" name="Google Shape;612;p14"/>
          <p:cNvSpPr txBox="1"/>
          <p:nvPr/>
        </p:nvSpPr>
        <p:spPr>
          <a:xfrm>
            <a:off x="0" y="225083"/>
            <a:ext cx="3418449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4    for i = 0 to M.length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5"/>
          <p:cNvSpPr/>
          <p:nvPr/>
        </p:nvSpPr>
        <p:spPr>
          <a:xfrm>
            <a:off x="371130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18" name="Google Shape;618;p15"/>
          <p:cNvSpPr/>
          <p:nvPr/>
        </p:nvSpPr>
        <p:spPr>
          <a:xfrm>
            <a:off x="489768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19" name="Google Shape;619;p15"/>
          <p:cNvSpPr/>
          <p:nvPr/>
        </p:nvSpPr>
        <p:spPr>
          <a:xfrm>
            <a:off x="609343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20" name="Google Shape;620;p15"/>
          <p:cNvSpPr/>
          <p:nvPr/>
        </p:nvSpPr>
        <p:spPr>
          <a:xfrm>
            <a:off x="728684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621" name="Google Shape;621;p15"/>
          <p:cNvSpPr/>
          <p:nvPr/>
        </p:nvSpPr>
        <p:spPr>
          <a:xfrm>
            <a:off x="9659595" y="99529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22" name="Google Shape;622;p15"/>
          <p:cNvSpPr/>
          <p:nvPr/>
        </p:nvSpPr>
        <p:spPr>
          <a:xfrm>
            <a:off x="1084596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23" name="Google Shape;623;p15"/>
          <p:cNvSpPr txBox="1"/>
          <p:nvPr/>
        </p:nvSpPr>
        <p:spPr>
          <a:xfrm>
            <a:off x="371130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624" name="Google Shape;624;p15"/>
          <p:cNvSpPr txBox="1"/>
          <p:nvPr/>
        </p:nvSpPr>
        <p:spPr>
          <a:xfrm>
            <a:off x="475934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1</a:t>
            </a:r>
            <a:endParaRPr/>
          </a:p>
        </p:txBody>
      </p:sp>
      <p:sp>
        <p:nvSpPr>
          <p:cNvPr id="625" name="Google Shape;625;p15"/>
          <p:cNvSpPr txBox="1"/>
          <p:nvPr/>
        </p:nvSpPr>
        <p:spPr>
          <a:xfrm>
            <a:off x="608405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626" name="Google Shape;626;p15"/>
          <p:cNvSpPr txBox="1"/>
          <p:nvPr/>
        </p:nvSpPr>
        <p:spPr>
          <a:xfrm>
            <a:off x="713209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627" name="Google Shape;627;p15"/>
          <p:cNvSpPr txBox="1"/>
          <p:nvPr/>
        </p:nvSpPr>
        <p:spPr>
          <a:xfrm>
            <a:off x="853731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628" name="Google Shape;628;p15"/>
          <p:cNvSpPr txBox="1"/>
          <p:nvPr/>
        </p:nvSpPr>
        <p:spPr>
          <a:xfrm>
            <a:off x="958535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629" name="Google Shape;629;p15"/>
          <p:cNvSpPr txBox="1"/>
          <p:nvPr/>
        </p:nvSpPr>
        <p:spPr>
          <a:xfrm>
            <a:off x="10910061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630" name="Google Shape;630;p15"/>
          <p:cNvSpPr txBox="1"/>
          <p:nvPr/>
        </p:nvSpPr>
        <p:spPr>
          <a:xfrm>
            <a:off x="2663268" y="446680"/>
            <a:ext cx="10555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5"/>
          <p:cNvSpPr txBox="1"/>
          <p:nvPr/>
        </p:nvSpPr>
        <p:spPr>
          <a:xfrm>
            <a:off x="3420956" y="397688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632" name="Google Shape;632;p15"/>
          <p:cNvSpPr txBox="1"/>
          <p:nvPr/>
        </p:nvSpPr>
        <p:spPr>
          <a:xfrm>
            <a:off x="4308484" y="39558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633" name="Google Shape;633;p15"/>
          <p:cNvSpPr txBox="1"/>
          <p:nvPr/>
        </p:nvSpPr>
        <p:spPr>
          <a:xfrm>
            <a:off x="5454089" y="393487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634" name="Google Shape;634;p15"/>
          <p:cNvSpPr txBox="1"/>
          <p:nvPr/>
        </p:nvSpPr>
        <p:spPr>
          <a:xfrm>
            <a:off x="6372837" y="3930497"/>
            <a:ext cx="888214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635" name="Google Shape;635;p15"/>
          <p:cNvSpPr txBox="1"/>
          <p:nvPr/>
        </p:nvSpPr>
        <p:spPr>
          <a:xfrm>
            <a:off x="7286847" y="392612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636" name="Google Shape;636;p15"/>
          <p:cNvSpPr txBox="1"/>
          <p:nvPr/>
        </p:nvSpPr>
        <p:spPr>
          <a:xfrm>
            <a:off x="8134737" y="392612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637" name="Google Shape;637;p15"/>
          <p:cNvSpPr txBox="1"/>
          <p:nvPr/>
        </p:nvSpPr>
        <p:spPr>
          <a:xfrm>
            <a:off x="9049568" y="394155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638" name="Google Shape;638;p15"/>
          <p:cNvSpPr/>
          <p:nvPr/>
        </p:nvSpPr>
        <p:spPr>
          <a:xfrm>
            <a:off x="4488660" y="43346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39" name="Google Shape;639;p15"/>
          <p:cNvSpPr/>
          <p:nvPr/>
        </p:nvSpPr>
        <p:spPr>
          <a:xfrm>
            <a:off x="5454089" y="43324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40" name="Google Shape;640;p15"/>
          <p:cNvSpPr/>
          <p:nvPr/>
        </p:nvSpPr>
        <p:spPr>
          <a:xfrm>
            <a:off x="6373006" y="43335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41" name="Google Shape;641;p15"/>
          <p:cNvSpPr/>
          <p:nvPr/>
        </p:nvSpPr>
        <p:spPr>
          <a:xfrm>
            <a:off x="7321687" y="43263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42" name="Google Shape;642;p15"/>
          <p:cNvSpPr/>
          <p:nvPr/>
        </p:nvSpPr>
        <p:spPr>
          <a:xfrm>
            <a:off x="8240604" y="432743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43" name="Google Shape;643;p15"/>
          <p:cNvSpPr/>
          <p:nvPr/>
        </p:nvSpPr>
        <p:spPr>
          <a:xfrm>
            <a:off x="9206033" y="432521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44" name="Google Shape;644;p15"/>
          <p:cNvSpPr/>
          <p:nvPr/>
        </p:nvSpPr>
        <p:spPr>
          <a:xfrm>
            <a:off x="10124950" y="43263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45" name="Google Shape;645;p15"/>
          <p:cNvSpPr txBox="1"/>
          <p:nvPr/>
        </p:nvSpPr>
        <p:spPr>
          <a:xfrm>
            <a:off x="9960886" y="392501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646" name="Google Shape;646;p15"/>
          <p:cNvSpPr/>
          <p:nvPr/>
        </p:nvSpPr>
        <p:spPr>
          <a:xfrm>
            <a:off x="11048129" y="431906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47" name="Google Shape;647;p15"/>
          <p:cNvSpPr txBox="1"/>
          <p:nvPr/>
        </p:nvSpPr>
        <p:spPr>
          <a:xfrm>
            <a:off x="11090618" y="3917755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648" name="Google Shape;648;p15"/>
          <p:cNvSpPr/>
          <p:nvPr/>
        </p:nvSpPr>
        <p:spPr>
          <a:xfrm>
            <a:off x="3567697" y="434194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49" name="Google Shape;649;p15"/>
          <p:cNvSpPr txBox="1"/>
          <p:nvPr/>
        </p:nvSpPr>
        <p:spPr>
          <a:xfrm>
            <a:off x="2722017" y="3792223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0" name="Google Shape;650;p15"/>
          <p:cNvCxnSpPr/>
          <p:nvPr/>
        </p:nvCxnSpPr>
        <p:spPr>
          <a:xfrm>
            <a:off x="4486445" y="22508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51" name="Google Shape;651;p15"/>
          <p:cNvCxnSpPr/>
          <p:nvPr/>
        </p:nvCxnSpPr>
        <p:spPr>
          <a:xfrm>
            <a:off x="4486445" y="225083"/>
            <a:ext cx="92096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2" name="Google Shape;652;p15"/>
          <p:cNvCxnSpPr/>
          <p:nvPr/>
        </p:nvCxnSpPr>
        <p:spPr>
          <a:xfrm>
            <a:off x="5421695" y="21456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53" name="Google Shape;653;p15"/>
          <p:cNvCxnSpPr/>
          <p:nvPr/>
        </p:nvCxnSpPr>
        <p:spPr>
          <a:xfrm>
            <a:off x="5437587" y="227047"/>
            <a:ext cx="92096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4" name="Google Shape;654;p15"/>
          <p:cNvCxnSpPr/>
          <p:nvPr/>
        </p:nvCxnSpPr>
        <p:spPr>
          <a:xfrm>
            <a:off x="6372837" y="216527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55" name="Google Shape;655;p15"/>
          <p:cNvCxnSpPr/>
          <p:nvPr/>
        </p:nvCxnSpPr>
        <p:spPr>
          <a:xfrm>
            <a:off x="6372837" y="234307"/>
            <a:ext cx="1458911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6" name="Google Shape;656;p15"/>
          <p:cNvCxnSpPr/>
          <p:nvPr/>
        </p:nvCxnSpPr>
        <p:spPr>
          <a:xfrm>
            <a:off x="7846035" y="223787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57" name="Google Shape;657;p15"/>
          <p:cNvCxnSpPr/>
          <p:nvPr/>
        </p:nvCxnSpPr>
        <p:spPr>
          <a:xfrm flipH="1" rot="10800000">
            <a:off x="7846035" y="227052"/>
            <a:ext cx="1052513" cy="725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8" name="Google Shape;658;p15"/>
          <p:cNvCxnSpPr/>
          <p:nvPr/>
        </p:nvCxnSpPr>
        <p:spPr>
          <a:xfrm>
            <a:off x="8912835" y="216532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59" name="Google Shape;659;p15"/>
          <p:cNvCxnSpPr/>
          <p:nvPr/>
        </p:nvCxnSpPr>
        <p:spPr>
          <a:xfrm flipH="1" rot="10800000">
            <a:off x="8927123" y="233074"/>
            <a:ext cx="1052513" cy="725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60" name="Google Shape;660;p15"/>
          <p:cNvCxnSpPr/>
          <p:nvPr/>
        </p:nvCxnSpPr>
        <p:spPr>
          <a:xfrm>
            <a:off x="9993923" y="22255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61" name="Google Shape;661;p15"/>
          <p:cNvSpPr txBox="1"/>
          <p:nvPr/>
        </p:nvSpPr>
        <p:spPr>
          <a:xfrm>
            <a:off x="0" y="225083"/>
            <a:ext cx="3418449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4    for i = 0 to M.length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  <p:sp>
        <p:nvSpPr>
          <p:cNvPr id="662" name="Google Shape;662;p15"/>
          <p:cNvSpPr/>
          <p:nvPr/>
        </p:nvSpPr>
        <p:spPr>
          <a:xfrm>
            <a:off x="8475047" y="995342"/>
            <a:ext cx="1186500" cy="60480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16"/>
          <p:cNvSpPr/>
          <p:nvPr/>
        </p:nvSpPr>
        <p:spPr>
          <a:xfrm>
            <a:off x="371130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68" name="Google Shape;668;p16"/>
          <p:cNvSpPr/>
          <p:nvPr/>
        </p:nvSpPr>
        <p:spPr>
          <a:xfrm>
            <a:off x="489768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69" name="Google Shape;669;p16"/>
          <p:cNvSpPr/>
          <p:nvPr/>
        </p:nvSpPr>
        <p:spPr>
          <a:xfrm>
            <a:off x="609343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70" name="Google Shape;670;p16"/>
          <p:cNvSpPr/>
          <p:nvPr/>
        </p:nvSpPr>
        <p:spPr>
          <a:xfrm>
            <a:off x="728684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671" name="Google Shape;671;p16"/>
          <p:cNvSpPr/>
          <p:nvPr/>
        </p:nvSpPr>
        <p:spPr>
          <a:xfrm>
            <a:off x="9659595" y="99529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72" name="Google Shape;672;p16"/>
          <p:cNvSpPr/>
          <p:nvPr/>
        </p:nvSpPr>
        <p:spPr>
          <a:xfrm>
            <a:off x="1084596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73" name="Google Shape;673;p16"/>
          <p:cNvSpPr txBox="1"/>
          <p:nvPr/>
        </p:nvSpPr>
        <p:spPr>
          <a:xfrm>
            <a:off x="371130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674" name="Google Shape;674;p16"/>
          <p:cNvSpPr txBox="1"/>
          <p:nvPr/>
        </p:nvSpPr>
        <p:spPr>
          <a:xfrm>
            <a:off x="475934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1</a:t>
            </a:r>
            <a:endParaRPr/>
          </a:p>
        </p:txBody>
      </p:sp>
      <p:sp>
        <p:nvSpPr>
          <p:cNvPr id="675" name="Google Shape;675;p16"/>
          <p:cNvSpPr txBox="1"/>
          <p:nvPr/>
        </p:nvSpPr>
        <p:spPr>
          <a:xfrm>
            <a:off x="608405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676" name="Google Shape;676;p16"/>
          <p:cNvSpPr txBox="1"/>
          <p:nvPr/>
        </p:nvSpPr>
        <p:spPr>
          <a:xfrm>
            <a:off x="713209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677" name="Google Shape;677;p16"/>
          <p:cNvSpPr txBox="1"/>
          <p:nvPr/>
        </p:nvSpPr>
        <p:spPr>
          <a:xfrm>
            <a:off x="853731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678" name="Google Shape;678;p16"/>
          <p:cNvSpPr txBox="1"/>
          <p:nvPr/>
        </p:nvSpPr>
        <p:spPr>
          <a:xfrm>
            <a:off x="958535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679" name="Google Shape;679;p16"/>
          <p:cNvSpPr txBox="1"/>
          <p:nvPr/>
        </p:nvSpPr>
        <p:spPr>
          <a:xfrm>
            <a:off x="10910061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680" name="Google Shape;680;p16"/>
          <p:cNvSpPr txBox="1"/>
          <p:nvPr/>
        </p:nvSpPr>
        <p:spPr>
          <a:xfrm>
            <a:off x="2663268" y="446680"/>
            <a:ext cx="10555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6"/>
          <p:cNvSpPr txBox="1"/>
          <p:nvPr/>
        </p:nvSpPr>
        <p:spPr>
          <a:xfrm>
            <a:off x="3420956" y="397688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682" name="Google Shape;682;p16"/>
          <p:cNvSpPr txBox="1"/>
          <p:nvPr/>
        </p:nvSpPr>
        <p:spPr>
          <a:xfrm>
            <a:off x="4308484" y="39558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683" name="Google Shape;683;p16"/>
          <p:cNvSpPr txBox="1"/>
          <p:nvPr/>
        </p:nvSpPr>
        <p:spPr>
          <a:xfrm>
            <a:off x="5454089" y="393487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684" name="Google Shape;684;p16"/>
          <p:cNvSpPr txBox="1"/>
          <p:nvPr/>
        </p:nvSpPr>
        <p:spPr>
          <a:xfrm>
            <a:off x="6372837" y="3930497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685" name="Google Shape;685;p16"/>
          <p:cNvSpPr txBox="1"/>
          <p:nvPr/>
        </p:nvSpPr>
        <p:spPr>
          <a:xfrm>
            <a:off x="7286847" y="392612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686" name="Google Shape;686;p16"/>
          <p:cNvSpPr txBox="1"/>
          <p:nvPr/>
        </p:nvSpPr>
        <p:spPr>
          <a:xfrm>
            <a:off x="8134737" y="392612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687" name="Google Shape;687;p16"/>
          <p:cNvSpPr txBox="1"/>
          <p:nvPr/>
        </p:nvSpPr>
        <p:spPr>
          <a:xfrm>
            <a:off x="9049568" y="394155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688" name="Google Shape;688;p16"/>
          <p:cNvSpPr/>
          <p:nvPr/>
        </p:nvSpPr>
        <p:spPr>
          <a:xfrm>
            <a:off x="4488660" y="43346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89" name="Google Shape;689;p16"/>
          <p:cNvSpPr/>
          <p:nvPr/>
        </p:nvSpPr>
        <p:spPr>
          <a:xfrm>
            <a:off x="5454089" y="43324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90" name="Google Shape;690;p16"/>
          <p:cNvSpPr/>
          <p:nvPr/>
        </p:nvSpPr>
        <p:spPr>
          <a:xfrm>
            <a:off x="6373006" y="4333576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91" name="Google Shape;691;p16"/>
          <p:cNvSpPr/>
          <p:nvPr/>
        </p:nvSpPr>
        <p:spPr>
          <a:xfrm>
            <a:off x="7321687" y="43263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92" name="Google Shape;692;p16"/>
          <p:cNvSpPr/>
          <p:nvPr/>
        </p:nvSpPr>
        <p:spPr>
          <a:xfrm>
            <a:off x="8240604" y="432743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93" name="Google Shape;693;p16"/>
          <p:cNvSpPr/>
          <p:nvPr/>
        </p:nvSpPr>
        <p:spPr>
          <a:xfrm>
            <a:off x="9206033" y="432521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94" name="Google Shape;694;p16"/>
          <p:cNvSpPr/>
          <p:nvPr/>
        </p:nvSpPr>
        <p:spPr>
          <a:xfrm>
            <a:off x="10124950" y="43263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95" name="Google Shape;695;p16"/>
          <p:cNvSpPr txBox="1"/>
          <p:nvPr/>
        </p:nvSpPr>
        <p:spPr>
          <a:xfrm>
            <a:off x="9960886" y="392501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696" name="Google Shape;696;p16"/>
          <p:cNvSpPr/>
          <p:nvPr/>
        </p:nvSpPr>
        <p:spPr>
          <a:xfrm>
            <a:off x="11048129" y="431906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97" name="Google Shape;697;p16"/>
          <p:cNvSpPr txBox="1"/>
          <p:nvPr/>
        </p:nvSpPr>
        <p:spPr>
          <a:xfrm>
            <a:off x="11090618" y="3917755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698" name="Google Shape;698;p16"/>
          <p:cNvSpPr/>
          <p:nvPr/>
        </p:nvSpPr>
        <p:spPr>
          <a:xfrm>
            <a:off x="3567697" y="434194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99" name="Google Shape;699;p16"/>
          <p:cNvSpPr txBox="1"/>
          <p:nvPr/>
        </p:nvSpPr>
        <p:spPr>
          <a:xfrm>
            <a:off x="2722017" y="3792223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0" name="Google Shape;700;p16"/>
          <p:cNvCxnSpPr/>
          <p:nvPr/>
        </p:nvCxnSpPr>
        <p:spPr>
          <a:xfrm>
            <a:off x="4486445" y="22508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01" name="Google Shape;701;p16"/>
          <p:cNvCxnSpPr/>
          <p:nvPr/>
        </p:nvCxnSpPr>
        <p:spPr>
          <a:xfrm>
            <a:off x="4486445" y="225083"/>
            <a:ext cx="92096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2" name="Google Shape;702;p16"/>
          <p:cNvCxnSpPr/>
          <p:nvPr/>
        </p:nvCxnSpPr>
        <p:spPr>
          <a:xfrm>
            <a:off x="5421695" y="21456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03" name="Google Shape;703;p16"/>
          <p:cNvCxnSpPr/>
          <p:nvPr/>
        </p:nvCxnSpPr>
        <p:spPr>
          <a:xfrm>
            <a:off x="5437587" y="227047"/>
            <a:ext cx="92096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4" name="Google Shape;704;p16"/>
          <p:cNvCxnSpPr/>
          <p:nvPr/>
        </p:nvCxnSpPr>
        <p:spPr>
          <a:xfrm>
            <a:off x="6372837" y="216527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05" name="Google Shape;705;p16"/>
          <p:cNvCxnSpPr/>
          <p:nvPr/>
        </p:nvCxnSpPr>
        <p:spPr>
          <a:xfrm>
            <a:off x="6372837" y="234307"/>
            <a:ext cx="1458911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6" name="Google Shape;706;p16"/>
          <p:cNvCxnSpPr/>
          <p:nvPr/>
        </p:nvCxnSpPr>
        <p:spPr>
          <a:xfrm>
            <a:off x="7846035" y="223787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07" name="Google Shape;707;p16"/>
          <p:cNvCxnSpPr/>
          <p:nvPr/>
        </p:nvCxnSpPr>
        <p:spPr>
          <a:xfrm flipH="1" rot="10800000">
            <a:off x="7846035" y="227052"/>
            <a:ext cx="1052513" cy="725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8" name="Google Shape;708;p16"/>
          <p:cNvCxnSpPr/>
          <p:nvPr/>
        </p:nvCxnSpPr>
        <p:spPr>
          <a:xfrm>
            <a:off x="8912835" y="216532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09" name="Google Shape;709;p16"/>
          <p:cNvCxnSpPr/>
          <p:nvPr/>
        </p:nvCxnSpPr>
        <p:spPr>
          <a:xfrm flipH="1" rot="10800000">
            <a:off x="8927123" y="233074"/>
            <a:ext cx="1052513" cy="725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0" name="Google Shape;710;p16"/>
          <p:cNvCxnSpPr/>
          <p:nvPr/>
        </p:nvCxnSpPr>
        <p:spPr>
          <a:xfrm>
            <a:off x="9993923" y="22255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11" name="Google Shape;711;p16"/>
          <p:cNvSpPr txBox="1"/>
          <p:nvPr/>
        </p:nvSpPr>
        <p:spPr>
          <a:xfrm>
            <a:off x="0" y="267287"/>
            <a:ext cx="3418449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4    for i = 0 to M.length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6"/>
          <p:cNvSpPr/>
          <p:nvPr/>
        </p:nvSpPr>
        <p:spPr>
          <a:xfrm>
            <a:off x="8475047" y="995342"/>
            <a:ext cx="1186500" cy="60480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7"/>
          <p:cNvSpPr/>
          <p:nvPr/>
        </p:nvSpPr>
        <p:spPr>
          <a:xfrm>
            <a:off x="371130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718" name="Google Shape;718;p17"/>
          <p:cNvSpPr/>
          <p:nvPr/>
        </p:nvSpPr>
        <p:spPr>
          <a:xfrm>
            <a:off x="489768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19" name="Google Shape;719;p17"/>
          <p:cNvSpPr/>
          <p:nvPr/>
        </p:nvSpPr>
        <p:spPr>
          <a:xfrm>
            <a:off x="609343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20" name="Google Shape;720;p17"/>
          <p:cNvSpPr/>
          <p:nvPr/>
        </p:nvSpPr>
        <p:spPr>
          <a:xfrm>
            <a:off x="728684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721" name="Google Shape;721;p17"/>
          <p:cNvSpPr/>
          <p:nvPr/>
        </p:nvSpPr>
        <p:spPr>
          <a:xfrm>
            <a:off x="9659595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22" name="Google Shape;722;p17"/>
          <p:cNvSpPr/>
          <p:nvPr/>
        </p:nvSpPr>
        <p:spPr>
          <a:xfrm>
            <a:off x="10845969" y="99529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23" name="Google Shape;723;p17"/>
          <p:cNvSpPr txBox="1"/>
          <p:nvPr/>
        </p:nvSpPr>
        <p:spPr>
          <a:xfrm>
            <a:off x="371130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724" name="Google Shape;724;p17"/>
          <p:cNvSpPr txBox="1"/>
          <p:nvPr/>
        </p:nvSpPr>
        <p:spPr>
          <a:xfrm>
            <a:off x="475934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1</a:t>
            </a:r>
            <a:endParaRPr/>
          </a:p>
        </p:txBody>
      </p:sp>
      <p:sp>
        <p:nvSpPr>
          <p:cNvPr id="725" name="Google Shape;725;p17"/>
          <p:cNvSpPr txBox="1"/>
          <p:nvPr/>
        </p:nvSpPr>
        <p:spPr>
          <a:xfrm>
            <a:off x="608405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726" name="Google Shape;726;p17"/>
          <p:cNvSpPr txBox="1"/>
          <p:nvPr/>
        </p:nvSpPr>
        <p:spPr>
          <a:xfrm>
            <a:off x="713209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727" name="Google Shape;727;p17"/>
          <p:cNvSpPr txBox="1"/>
          <p:nvPr/>
        </p:nvSpPr>
        <p:spPr>
          <a:xfrm>
            <a:off x="853731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728" name="Google Shape;728;p17"/>
          <p:cNvSpPr txBox="1"/>
          <p:nvPr/>
        </p:nvSpPr>
        <p:spPr>
          <a:xfrm>
            <a:off x="958535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729" name="Google Shape;729;p17"/>
          <p:cNvSpPr txBox="1"/>
          <p:nvPr/>
        </p:nvSpPr>
        <p:spPr>
          <a:xfrm>
            <a:off x="10910061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730" name="Google Shape;730;p17"/>
          <p:cNvSpPr txBox="1"/>
          <p:nvPr/>
        </p:nvSpPr>
        <p:spPr>
          <a:xfrm>
            <a:off x="2663268" y="446680"/>
            <a:ext cx="10555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7"/>
          <p:cNvSpPr txBox="1"/>
          <p:nvPr/>
        </p:nvSpPr>
        <p:spPr>
          <a:xfrm>
            <a:off x="3420956" y="397688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732" name="Google Shape;732;p17"/>
          <p:cNvSpPr txBox="1"/>
          <p:nvPr/>
        </p:nvSpPr>
        <p:spPr>
          <a:xfrm>
            <a:off x="4486445" y="3955880"/>
            <a:ext cx="879280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733" name="Google Shape;733;p17"/>
          <p:cNvSpPr txBox="1"/>
          <p:nvPr/>
        </p:nvSpPr>
        <p:spPr>
          <a:xfrm>
            <a:off x="5454089" y="393487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734" name="Google Shape;734;p17"/>
          <p:cNvSpPr txBox="1"/>
          <p:nvPr/>
        </p:nvSpPr>
        <p:spPr>
          <a:xfrm>
            <a:off x="6372837" y="3930497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735" name="Google Shape;735;p17"/>
          <p:cNvSpPr txBox="1"/>
          <p:nvPr/>
        </p:nvSpPr>
        <p:spPr>
          <a:xfrm>
            <a:off x="7286847" y="392612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736" name="Google Shape;736;p17"/>
          <p:cNvSpPr txBox="1"/>
          <p:nvPr/>
        </p:nvSpPr>
        <p:spPr>
          <a:xfrm>
            <a:off x="8134737" y="392612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737" name="Google Shape;737;p17"/>
          <p:cNvSpPr txBox="1"/>
          <p:nvPr/>
        </p:nvSpPr>
        <p:spPr>
          <a:xfrm>
            <a:off x="9049568" y="394155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738" name="Google Shape;738;p17"/>
          <p:cNvSpPr/>
          <p:nvPr/>
        </p:nvSpPr>
        <p:spPr>
          <a:xfrm>
            <a:off x="4488660" y="43346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39" name="Google Shape;739;p17"/>
          <p:cNvSpPr/>
          <p:nvPr/>
        </p:nvSpPr>
        <p:spPr>
          <a:xfrm>
            <a:off x="5454089" y="43324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40" name="Google Shape;740;p17"/>
          <p:cNvSpPr/>
          <p:nvPr/>
        </p:nvSpPr>
        <p:spPr>
          <a:xfrm>
            <a:off x="6373006" y="43335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41" name="Google Shape;741;p17"/>
          <p:cNvSpPr/>
          <p:nvPr/>
        </p:nvSpPr>
        <p:spPr>
          <a:xfrm>
            <a:off x="7321687" y="43263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42" name="Google Shape;742;p17"/>
          <p:cNvSpPr/>
          <p:nvPr/>
        </p:nvSpPr>
        <p:spPr>
          <a:xfrm>
            <a:off x="8240604" y="432743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43" name="Google Shape;743;p17"/>
          <p:cNvSpPr/>
          <p:nvPr/>
        </p:nvSpPr>
        <p:spPr>
          <a:xfrm>
            <a:off x="9206033" y="432521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44" name="Google Shape;744;p17"/>
          <p:cNvSpPr/>
          <p:nvPr/>
        </p:nvSpPr>
        <p:spPr>
          <a:xfrm>
            <a:off x="10124950" y="43263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45" name="Google Shape;745;p17"/>
          <p:cNvSpPr txBox="1"/>
          <p:nvPr/>
        </p:nvSpPr>
        <p:spPr>
          <a:xfrm>
            <a:off x="9960886" y="392501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746" name="Google Shape;746;p17"/>
          <p:cNvSpPr/>
          <p:nvPr/>
        </p:nvSpPr>
        <p:spPr>
          <a:xfrm>
            <a:off x="11048129" y="431906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47" name="Google Shape;747;p17"/>
          <p:cNvSpPr txBox="1"/>
          <p:nvPr/>
        </p:nvSpPr>
        <p:spPr>
          <a:xfrm>
            <a:off x="11090618" y="3917755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748" name="Google Shape;748;p17"/>
          <p:cNvSpPr/>
          <p:nvPr/>
        </p:nvSpPr>
        <p:spPr>
          <a:xfrm>
            <a:off x="3567697" y="434194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49" name="Google Shape;749;p17"/>
          <p:cNvSpPr txBox="1"/>
          <p:nvPr/>
        </p:nvSpPr>
        <p:spPr>
          <a:xfrm>
            <a:off x="2722017" y="3792223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0" name="Google Shape;750;p17"/>
          <p:cNvCxnSpPr/>
          <p:nvPr/>
        </p:nvCxnSpPr>
        <p:spPr>
          <a:xfrm>
            <a:off x="4486445" y="22508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51" name="Google Shape;751;p17"/>
          <p:cNvCxnSpPr/>
          <p:nvPr/>
        </p:nvCxnSpPr>
        <p:spPr>
          <a:xfrm>
            <a:off x="4486445" y="225083"/>
            <a:ext cx="92096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2" name="Google Shape;752;p17"/>
          <p:cNvCxnSpPr/>
          <p:nvPr/>
        </p:nvCxnSpPr>
        <p:spPr>
          <a:xfrm>
            <a:off x="5421695" y="21456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53" name="Google Shape;753;p17"/>
          <p:cNvCxnSpPr/>
          <p:nvPr/>
        </p:nvCxnSpPr>
        <p:spPr>
          <a:xfrm>
            <a:off x="5437587" y="227047"/>
            <a:ext cx="92096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4" name="Google Shape;754;p17"/>
          <p:cNvCxnSpPr/>
          <p:nvPr/>
        </p:nvCxnSpPr>
        <p:spPr>
          <a:xfrm>
            <a:off x="6372837" y="216527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55" name="Google Shape;755;p17"/>
          <p:cNvCxnSpPr/>
          <p:nvPr/>
        </p:nvCxnSpPr>
        <p:spPr>
          <a:xfrm>
            <a:off x="6372837" y="234307"/>
            <a:ext cx="1458911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6" name="Google Shape;756;p17"/>
          <p:cNvCxnSpPr/>
          <p:nvPr/>
        </p:nvCxnSpPr>
        <p:spPr>
          <a:xfrm>
            <a:off x="7846035" y="223787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57" name="Google Shape;757;p17"/>
          <p:cNvCxnSpPr/>
          <p:nvPr/>
        </p:nvCxnSpPr>
        <p:spPr>
          <a:xfrm flipH="1" rot="10800000">
            <a:off x="7846035" y="227052"/>
            <a:ext cx="1052513" cy="725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8" name="Google Shape;758;p17"/>
          <p:cNvCxnSpPr/>
          <p:nvPr/>
        </p:nvCxnSpPr>
        <p:spPr>
          <a:xfrm>
            <a:off x="8912835" y="216532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59" name="Google Shape;759;p17"/>
          <p:cNvCxnSpPr/>
          <p:nvPr/>
        </p:nvCxnSpPr>
        <p:spPr>
          <a:xfrm flipH="1" rot="10800000">
            <a:off x="8927123" y="233074"/>
            <a:ext cx="1052513" cy="725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0" name="Google Shape;760;p17"/>
          <p:cNvCxnSpPr/>
          <p:nvPr/>
        </p:nvCxnSpPr>
        <p:spPr>
          <a:xfrm>
            <a:off x="9993923" y="22255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61" name="Google Shape;761;p17"/>
          <p:cNvCxnSpPr/>
          <p:nvPr/>
        </p:nvCxnSpPr>
        <p:spPr>
          <a:xfrm>
            <a:off x="9993923" y="229077"/>
            <a:ext cx="1205139" cy="19747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2" name="Google Shape;762;p17"/>
          <p:cNvCxnSpPr/>
          <p:nvPr/>
        </p:nvCxnSpPr>
        <p:spPr>
          <a:xfrm>
            <a:off x="11213349" y="23830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63" name="Google Shape;763;p17"/>
          <p:cNvSpPr txBox="1"/>
          <p:nvPr/>
        </p:nvSpPr>
        <p:spPr>
          <a:xfrm>
            <a:off x="0" y="225083"/>
            <a:ext cx="3418449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4    for i = 0 to M.length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  <p:sp>
        <p:nvSpPr>
          <p:cNvPr id="764" name="Google Shape;764;p17"/>
          <p:cNvSpPr/>
          <p:nvPr/>
        </p:nvSpPr>
        <p:spPr>
          <a:xfrm>
            <a:off x="8475047" y="995342"/>
            <a:ext cx="1186500" cy="60480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8"/>
          <p:cNvSpPr/>
          <p:nvPr/>
        </p:nvSpPr>
        <p:spPr>
          <a:xfrm>
            <a:off x="371130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770" name="Google Shape;770;p18"/>
          <p:cNvSpPr/>
          <p:nvPr/>
        </p:nvSpPr>
        <p:spPr>
          <a:xfrm>
            <a:off x="489768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71" name="Google Shape;771;p18"/>
          <p:cNvSpPr/>
          <p:nvPr/>
        </p:nvSpPr>
        <p:spPr>
          <a:xfrm>
            <a:off x="609343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72" name="Google Shape;772;p18"/>
          <p:cNvSpPr/>
          <p:nvPr/>
        </p:nvSpPr>
        <p:spPr>
          <a:xfrm>
            <a:off x="728684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773" name="Google Shape;773;p18"/>
          <p:cNvSpPr/>
          <p:nvPr/>
        </p:nvSpPr>
        <p:spPr>
          <a:xfrm>
            <a:off x="9659595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74" name="Google Shape;774;p18"/>
          <p:cNvSpPr/>
          <p:nvPr/>
        </p:nvSpPr>
        <p:spPr>
          <a:xfrm>
            <a:off x="10845969" y="99529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75" name="Google Shape;775;p18"/>
          <p:cNvSpPr txBox="1"/>
          <p:nvPr/>
        </p:nvSpPr>
        <p:spPr>
          <a:xfrm>
            <a:off x="371130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776" name="Google Shape;776;p18"/>
          <p:cNvSpPr txBox="1"/>
          <p:nvPr/>
        </p:nvSpPr>
        <p:spPr>
          <a:xfrm>
            <a:off x="475934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1</a:t>
            </a:r>
            <a:endParaRPr/>
          </a:p>
        </p:txBody>
      </p:sp>
      <p:sp>
        <p:nvSpPr>
          <p:cNvPr id="777" name="Google Shape;777;p18"/>
          <p:cNvSpPr txBox="1"/>
          <p:nvPr/>
        </p:nvSpPr>
        <p:spPr>
          <a:xfrm>
            <a:off x="608405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778" name="Google Shape;778;p18"/>
          <p:cNvSpPr txBox="1"/>
          <p:nvPr/>
        </p:nvSpPr>
        <p:spPr>
          <a:xfrm>
            <a:off x="713209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779" name="Google Shape;779;p18"/>
          <p:cNvSpPr txBox="1"/>
          <p:nvPr/>
        </p:nvSpPr>
        <p:spPr>
          <a:xfrm>
            <a:off x="853731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780" name="Google Shape;780;p18"/>
          <p:cNvSpPr txBox="1"/>
          <p:nvPr/>
        </p:nvSpPr>
        <p:spPr>
          <a:xfrm>
            <a:off x="958535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781" name="Google Shape;781;p18"/>
          <p:cNvSpPr txBox="1"/>
          <p:nvPr/>
        </p:nvSpPr>
        <p:spPr>
          <a:xfrm>
            <a:off x="10910061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782" name="Google Shape;782;p18"/>
          <p:cNvSpPr txBox="1"/>
          <p:nvPr/>
        </p:nvSpPr>
        <p:spPr>
          <a:xfrm>
            <a:off x="2663268" y="446680"/>
            <a:ext cx="10555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18"/>
          <p:cNvSpPr txBox="1"/>
          <p:nvPr/>
        </p:nvSpPr>
        <p:spPr>
          <a:xfrm>
            <a:off x="3420956" y="397688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784" name="Google Shape;784;p18"/>
          <p:cNvSpPr txBox="1"/>
          <p:nvPr/>
        </p:nvSpPr>
        <p:spPr>
          <a:xfrm>
            <a:off x="4486445" y="3955880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785" name="Google Shape;785;p18"/>
          <p:cNvSpPr txBox="1"/>
          <p:nvPr/>
        </p:nvSpPr>
        <p:spPr>
          <a:xfrm>
            <a:off x="5454089" y="393487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786" name="Google Shape;786;p18"/>
          <p:cNvSpPr txBox="1"/>
          <p:nvPr/>
        </p:nvSpPr>
        <p:spPr>
          <a:xfrm>
            <a:off x="6372837" y="3930497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787" name="Google Shape;787;p18"/>
          <p:cNvSpPr txBox="1"/>
          <p:nvPr/>
        </p:nvSpPr>
        <p:spPr>
          <a:xfrm>
            <a:off x="7286847" y="392612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788" name="Google Shape;788;p18"/>
          <p:cNvSpPr txBox="1"/>
          <p:nvPr/>
        </p:nvSpPr>
        <p:spPr>
          <a:xfrm>
            <a:off x="8134737" y="392612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789" name="Google Shape;789;p18"/>
          <p:cNvSpPr txBox="1"/>
          <p:nvPr/>
        </p:nvSpPr>
        <p:spPr>
          <a:xfrm>
            <a:off x="9049568" y="394155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790" name="Google Shape;790;p18"/>
          <p:cNvSpPr/>
          <p:nvPr/>
        </p:nvSpPr>
        <p:spPr>
          <a:xfrm>
            <a:off x="4488660" y="4334685"/>
            <a:ext cx="918748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91" name="Google Shape;791;p18"/>
          <p:cNvSpPr/>
          <p:nvPr/>
        </p:nvSpPr>
        <p:spPr>
          <a:xfrm>
            <a:off x="5454089" y="43324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92" name="Google Shape;792;p18"/>
          <p:cNvSpPr/>
          <p:nvPr/>
        </p:nvSpPr>
        <p:spPr>
          <a:xfrm>
            <a:off x="6373006" y="43335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93" name="Google Shape;793;p18"/>
          <p:cNvSpPr/>
          <p:nvPr/>
        </p:nvSpPr>
        <p:spPr>
          <a:xfrm>
            <a:off x="7321687" y="43263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94" name="Google Shape;794;p18"/>
          <p:cNvSpPr/>
          <p:nvPr/>
        </p:nvSpPr>
        <p:spPr>
          <a:xfrm>
            <a:off x="8240604" y="432743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95" name="Google Shape;795;p18"/>
          <p:cNvSpPr/>
          <p:nvPr/>
        </p:nvSpPr>
        <p:spPr>
          <a:xfrm>
            <a:off x="9206033" y="432521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96" name="Google Shape;796;p18"/>
          <p:cNvSpPr/>
          <p:nvPr/>
        </p:nvSpPr>
        <p:spPr>
          <a:xfrm>
            <a:off x="10124950" y="43263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97" name="Google Shape;797;p18"/>
          <p:cNvSpPr txBox="1"/>
          <p:nvPr/>
        </p:nvSpPr>
        <p:spPr>
          <a:xfrm>
            <a:off x="9960886" y="392501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798" name="Google Shape;798;p18"/>
          <p:cNvSpPr/>
          <p:nvPr/>
        </p:nvSpPr>
        <p:spPr>
          <a:xfrm>
            <a:off x="11048129" y="431906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99" name="Google Shape;799;p18"/>
          <p:cNvSpPr txBox="1"/>
          <p:nvPr/>
        </p:nvSpPr>
        <p:spPr>
          <a:xfrm>
            <a:off x="11090618" y="3917755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800" name="Google Shape;800;p18"/>
          <p:cNvSpPr/>
          <p:nvPr/>
        </p:nvSpPr>
        <p:spPr>
          <a:xfrm>
            <a:off x="3567697" y="434194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01" name="Google Shape;801;p18"/>
          <p:cNvSpPr txBox="1"/>
          <p:nvPr/>
        </p:nvSpPr>
        <p:spPr>
          <a:xfrm>
            <a:off x="2722017" y="3792223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2" name="Google Shape;802;p18"/>
          <p:cNvCxnSpPr/>
          <p:nvPr/>
        </p:nvCxnSpPr>
        <p:spPr>
          <a:xfrm>
            <a:off x="4486445" y="22508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03" name="Google Shape;803;p18"/>
          <p:cNvCxnSpPr/>
          <p:nvPr/>
        </p:nvCxnSpPr>
        <p:spPr>
          <a:xfrm>
            <a:off x="4486445" y="225083"/>
            <a:ext cx="92096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4" name="Google Shape;804;p18"/>
          <p:cNvCxnSpPr/>
          <p:nvPr/>
        </p:nvCxnSpPr>
        <p:spPr>
          <a:xfrm>
            <a:off x="5421695" y="21456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05" name="Google Shape;805;p18"/>
          <p:cNvCxnSpPr/>
          <p:nvPr/>
        </p:nvCxnSpPr>
        <p:spPr>
          <a:xfrm>
            <a:off x="5437587" y="227047"/>
            <a:ext cx="92096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6" name="Google Shape;806;p18"/>
          <p:cNvCxnSpPr/>
          <p:nvPr/>
        </p:nvCxnSpPr>
        <p:spPr>
          <a:xfrm>
            <a:off x="6372837" y="216527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07" name="Google Shape;807;p18"/>
          <p:cNvCxnSpPr/>
          <p:nvPr/>
        </p:nvCxnSpPr>
        <p:spPr>
          <a:xfrm>
            <a:off x="6372837" y="234307"/>
            <a:ext cx="1458911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8" name="Google Shape;808;p18"/>
          <p:cNvCxnSpPr/>
          <p:nvPr/>
        </p:nvCxnSpPr>
        <p:spPr>
          <a:xfrm>
            <a:off x="7846035" y="223787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09" name="Google Shape;809;p18"/>
          <p:cNvCxnSpPr/>
          <p:nvPr/>
        </p:nvCxnSpPr>
        <p:spPr>
          <a:xfrm flipH="1" rot="10800000">
            <a:off x="7846035" y="227052"/>
            <a:ext cx="1052513" cy="725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0" name="Google Shape;810;p18"/>
          <p:cNvCxnSpPr/>
          <p:nvPr/>
        </p:nvCxnSpPr>
        <p:spPr>
          <a:xfrm>
            <a:off x="8912835" y="216532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11" name="Google Shape;811;p18"/>
          <p:cNvCxnSpPr/>
          <p:nvPr/>
        </p:nvCxnSpPr>
        <p:spPr>
          <a:xfrm flipH="1" rot="10800000">
            <a:off x="8927123" y="233074"/>
            <a:ext cx="1052513" cy="725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2" name="Google Shape;812;p18"/>
          <p:cNvCxnSpPr/>
          <p:nvPr/>
        </p:nvCxnSpPr>
        <p:spPr>
          <a:xfrm>
            <a:off x="9993923" y="22255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13" name="Google Shape;813;p18"/>
          <p:cNvCxnSpPr/>
          <p:nvPr/>
        </p:nvCxnSpPr>
        <p:spPr>
          <a:xfrm>
            <a:off x="9993923" y="229077"/>
            <a:ext cx="1205139" cy="19747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4" name="Google Shape;814;p18"/>
          <p:cNvCxnSpPr/>
          <p:nvPr/>
        </p:nvCxnSpPr>
        <p:spPr>
          <a:xfrm>
            <a:off x="11213349" y="23830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15" name="Google Shape;815;p18"/>
          <p:cNvSpPr txBox="1"/>
          <p:nvPr/>
        </p:nvSpPr>
        <p:spPr>
          <a:xfrm>
            <a:off x="0" y="225083"/>
            <a:ext cx="3418449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4    for i = 0 to M.length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  <p:sp>
        <p:nvSpPr>
          <p:cNvPr id="816" name="Google Shape;816;p18"/>
          <p:cNvSpPr/>
          <p:nvPr/>
        </p:nvSpPr>
        <p:spPr>
          <a:xfrm>
            <a:off x="8475047" y="995342"/>
            <a:ext cx="1186500" cy="60480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9"/>
          <p:cNvSpPr/>
          <p:nvPr/>
        </p:nvSpPr>
        <p:spPr>
          <a:xfrm>
            <a:off x="371130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822" name="Google Shape;822;p19"/>
          <p:cNvSpPr/>
          <p:nvPr/>
        </p:nvSpPr>
        <p:spPr>
          <a:xfrm>
            <a:off x="489768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823" name="Google Shape;823;p19"/>
          <p:cNvSpPr/>
          <p:nvPr/>
        </p:nvSpPr>
        <p:spPr>
          <a:xfrm>
            <a:off x="609343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824" name="Google Shape;824;p19"/>
          <p:cNvSpPr/>
          <p:nvPr/>
        </p:nvSpPr>
        <p:spPr>
          <a:xfrm>
            <a:off x="728684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825" name="Google Shape;825;p19"/>
          <p:cNvSpPr/>
          <p:nvPr/>
        </p:nvSpPr>
        <p:spPr>
          <a:xfrm>
            <a:off x="9659595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826" name="Google Shape;826;p19"/>
          <p:cNvSpPr/>
          <p:nvPr/>
        </p:nvSpPr>
        <p:spPr>
          <a:xfrm>
            <a:off x="1084596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27" name="Google Shape;827;p19"/>
          <p:cNvSpPr txBox="1"/>
          <p:nvPr/>
        </p:nvSpPr>
        <p:spPr>
          <a:xfrm>
            <a:off x="371130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828" name="Google Shape;828;p19"/>
          <p:cNvSpPr txBox="1"/>
          <p:nvPr/>
        </p:nvSpPr>
        <p:spPr>
          <a:xfrm>
            <a:off x="4759349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1</a:t>
            </a:r>
            <a:endParaRPr/>
          </a:p>
        </p:txBody>
      </p:sp>
      <p:sp>
        <p:nvSpPr>
          <p:cNvPr id="829" name="Google Shape;829;p19"/>
          <p:cNvSpPr txBox="1"/>
          <p:nvPr/>
        </p:nvSpPr>
        <p:spPr>
          <a:xfrm>
            <a:off x="608405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830" name="Google Shape;830;p19"/>
          <p:cNvSpPr txBox="1"/>
          <p:nvPr/>
        </p:nvSpPr>
        <p:spPr>
          <a:xfrm>
            <a:off x="7132097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831" name="Google Shape;831;p19"/>
          <p:cNvSpPr txBox="1"/>
          <p:nvPr/>
        </p:nvSpPr>
        <p:spPr>
          <a:xfrm>
            <a:off x="853731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832" name="Google Shape;832;p19"/>
          <p:cNvSpPr txBox="1"/>
          <p:nvPr/>
        </p:nvSpPr>
        <p:spPr>
          <a:xfrm>
            <a:off x="9585353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833" name="Google Shape;833;p19"/>
          <p:cNvSpPr txBox="1"/>
          <p:nvPr/>
        </p:nvSpPr>
        <p:spPr>
          <a:xfrm>
            <a:off x="10910061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834" name="Google Shape;834;p19"/>
          <p:cNvSpPr txBox="1"/>
          <p:nvPr/>
        </p:nvSpPr>
        <p:spPr>
          <a:xfrm>
            <a:off x="2663268" y="446680"/>
            <a:ext cx="10555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19"/>
          <p:cNvSpPr txBox="1"/>
          <p:nvPr/>
        </p:nvSpPr>
        <p:spPr>
          <a:xfrm>
            <a:off x="3420956" y="256900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836" name="Google Shape;836;p19"/>
          <p:cNvSpPr txBox="1"/>
          <p:nvPr/>
        </p:nvSpPr>
        <p:spPr>
          <a:xfrm>
            <a:off x="4486445" y="2547994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837" name="Google Shape;837;p19"/>
          <p:cNvSpPr txBox="1"/>
          <p:nvPr/>
        </p:nvSpPr>
        <p:spPr>
          <a:xfrm>
            <a:off x="5454089" y="2526985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838" name="Google Shape;838;p19"/>
          <p:cNvSpPr txBox="1"/>
          <p:nvPr/>
        </p:nvSpPr>
        <p:spPr>
          <a:xfrm>
            <a:off x="6372837" y="2522611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839" name="Google Shape;839;p19"/>
          <p:cNvSpPr txBox="1"/>
          <p:nvPr/>
        </p:nvSpPr>
        <p:spPr>
          <a:xfrm>
            <a:off x="7286847" y="2518237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840" name="Google Shape;840;p19"/>
          <p:cNvSpPr txBox="1"/>
          <p:nvPr/>
        </p:nvSpPr>
        <p:spPr>
          <a:xfrm>
            <a:off x="8134737" y="251823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841" name="Google Shape;841;p19"/>
          <p:cNvSpPr txBox="1"/>
          <p:nvPr/>
        </p:nvSpPr>
        <p:spPr>
          <a:xfrm>
            <a:off x="9049568" y="253367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842" name="Google Shape;842;p19"/>
          <p:cNvSpPr/>
          <p:nvPr/>
        </p:nvSpPr>
        <p:spPr>
          <a:xfrm>
            <a:off x="4488660" y="292679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43" name="Google Shape;843;p19"/>
          <p:cNvSpPr/>
          <p:nvPr/>
        </p:nvSpPr>
        <p:spPr>
          <a:xfrm>
            <a:off x="5454089" y="292458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844" name="Google Shape;844;p19"/>
          <p:cNvSpPr/>
          <p:nvPr/>
        </p:nvSpPr>
        <p:spPr>
          <a:xfrm>
            <a:off x="6373006" y="292569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845" name="Google Shape;845;p19"/>
          <p:cNvSpPr/>
          <p:nvPr/>
        </p:nvSpPr>
        <p:spPr>
          <a:xfrm>
            <a:off x="7321687" y="291843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46" name="Google Shape;846;p19"/>
          <p:cNvSpPr/>
          <p:nvPr/>
        </p:nvSpPr>
        <p:spPr>
          <a:xfrm>
            <a:off x="8240604" y="2919544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47" name="Google Shape;847;p19"/>
          <p:cNvSpPr/>
          <p:nvPr/>
        </p:nvSpPr>
        <p:spPr>
          <a:xfrm>
            <a:off x="9206033" y="291732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48" name="Google Shape;848;p19"/>
          <p:cNvSpPr/>
          <p:nvPr/>
        </p:nvSpPr>
        <p:spPr>
          <a:xfrm>
            <a:off x="10124950" y="291843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49" name="Google Shape;849;p19"/>
          <p:cNvSpPr txBox="1"/>
          <p:nvPr/>
        </p:nvSpPr>
        <p:spPr>
          <a:xfrm>
            <a:off x="9960886" y="251712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850" name="Google Shape;850;p19"/>
          <p:cNvSpPr/>
          <p:nvPr/>
        </p:nvSpPr>
        <p:spPr>
          <a:xfrm>
            <a:off x="11048129" y="29111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51" name="Google Shape;851;p19"/>
          <p:cNvSpPr txBox="1"/>
          <p:nvPr/>
        </p:nvSpPr>
        <p:spPr>
          <a:xfrm>
            <a:off x="11090618" y="2509869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852" name="Google Shape;852;p19"/>
          <p:cNvSpPr/>
          <p:nvPr/>
        </p:nvSpPr>
        <p:spPr>
          <a:xfrm>
            <a:off x="3567697" y="293405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53" name="Google Shape;853;p19"/>
          <p:cNvSpPr txBox="1"/>
          <p:nvPr/>
        </p:nvSpPr>
        <p:spPr>
          <a:xfrm>
            <a:off x="6856139" y="3785766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4" name="Google Shape;854;p19"/>
          <p:cNvCxnSpPr/>
          <p:nvPr/>
        </p:nvCxnSpPr>
        <p:spPr>
          <a:xfrm>
            <a:off x="4486445" y="22508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55" name="Google Shape;855;p19"/>
          <p:cNvCxnSpPr/>
          <p:nvPr/>
        </p:nvCxnSpPr>
        <p:spPr>
          <a:xfrm>
            <a:off x="4486445" y="225083"/>
            <a:ext cx="92096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6" name="Google Shape;856;p19"/>
          <p:cNvCxnSpPr/>
          <p:nvPr/>
        </p:nvCxnSpPr>
        <p:spPr>
          <a:xfrm>
            <a:off x="5421695" y="21456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57" name="Google Shape;857;p19"/>
          <p:cNvCxnSpPr/>
          <p:nvPr/>
        </p:nvCxnSpPr>
        <p:spPr>
          <a:xfrm>
            <a:off x="5437587" y="227047"/>
            <a:ext cx="92096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8" name="Google Shape;858;p19"/>
          <p:cNvCxnSpPr/>
          <p:nvPr/>
        </p:nvCxnSpPr>
        <p:spPr>
          <a:xfrm>
            <a:off x="6372837" y="216527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59" name="Google Shape;859;p19"/>
          <p:cNvCxnSpPr/>
          <p:nvPr/>
        </p:nvCxnSpPr>
        <p:spPr>
          <a:xfrm>
            <a:off x="6372837" y="234307"/>
            <a:ext cx="1458911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0" name="Google Shape;860;p19"/>
          <p:cNvCxnSpPr/>
          <p:nvPr/>
        </p:nvCxnSpPr>
        <p:spPr>
          <a:xfrm>
            <a:off x="7846035" y="223787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61" name="Google Shape;861;p19"/>
          <p:cNvCxnSpPr/>
          <p:nvPr/>
        </p:nvCxnSpPr>
        <p:spPr>
          <a:xfrm flipH="1" rot="10800000">
            <a:off x="7846035" y="227052"/>
            <a:ext cx="1052513" cy="725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2" name="Google Shape;862;p19"/>
          <p:cNvCxnSpPr/>
          <p:nvPr/>
        </p:nvCxnSpPr>
        <p:spPr>
          <a:xfrm>
            <a:off x="8912835" y="216532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63" name="Google Shape;863;p19"/>
          <p:cNvCxnSpPr/>
          <p:nvPr/>
        </p:nvCxnSpPr>
        <p:spPr>
          <a:xfrm flipH="1" rot="10800000">
            <a:off x="8927123" y="233074"/>
            <a:ext cx="1052513" cy="725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4" name="Google Shape;864;p19"/>
          <p:cNvCxnSpPr/>
          <p:nvPr/>
        </p:nvCxnSpPr>
        <p:spPr>
          <a:xfrm>
            <a:off x="9993923" y="22255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65" name="Google Shape;865;p19"/>
          <p:cNvCxnSpPr/>
          <p:nvPr/>
        </p:nvCxnSpPr>
        <p:spPr>
          <a:xfrm>
            <a:off x="9993923" y="229077"/>
            <a:ext cx="1205139" cy="19747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6" name="Google Shape;866;p19"/>
          <p:cNvCxnSpPr/>
          <p:nvPr/>
        </p:nvCxnSpPr>
        <p:spPr>
          <a:xfrm>
            <a:off x="11213349" y="23830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67" name="Google Shape;867;p19"/>
          <p:cNvSpPr/>
          <p:nvPr/>
        </p:nvSpPr>
        <p:spPr>
          <a:xfrm>
            <a:off x="3759202" y="2524383"/>
            <a:ext cx="8120591" cy="393133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19"/>
          <p:cNvSpPr txBox="1"/>
          <p:nvPr/>
        </p:nvSpPr>
        <p:spPr>
          <a:xfrm>
            <a:off x="4409335" y="4218685"/>
            <a:ext cx="63602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these are the values of main array .এই index value দিয়ে কোন value array তে কতবার আছে তা বুঝায় </a:t>
            </a:r>
            <a:endParaRPr/>
          </a:p>
        </p:txBody>
      </p:sp>
      <p:cxnSp>
        <p:nvCxnSpPr>
          <p:cNvPr id="869" name="Google Shape;869;p19"/>
          <p:cNvCxnSpPr/>
          <p:nvPr/>
        </p:nvCxnSpPr>
        <p:spPr>
          <a:xfrm flipH="1" rot="-5400000">
            <a:off x="3265825" y="3375702"/>
            <a:ext cx="1683600" cy="690600"/>
          </a:xfrm>
          <a:prstGeom prst="curvedConnector3">
            <a:avLst>
              <a:gd fmla="val 109487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70" name="Google Shape;870;p19"/>
          <p:cNvSpPr txBox="1"/>
          <p:nvPr/>
        </p:nvSpPr>
        <p:spPr>
          <a:xfrm>
            <a:off x="0" y="225083"/>
            <a:ext cx="3418449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4    for i = 0 to M.length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  <p:sp>
        <p:nvSpPr>
          <p:cNvPr id="871" name="Google Shape;871;p19"/>
          <p:cNvSpPr/>
          <p:nvPr/>
        </p:nvSpPr>
        <p:spPr>
          <a:xfrm>
            <a:off x="8475047" y="995342"/>
            <a:ext cx="1186500" cy="60480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20"/>
          <p:cNvSpPr txBox="1"/>
          <p:nvPr/>
        </p:nvSpPr>
        <p:spPr>
          <a:xfrm>
            <a:off x="0" y="225083"/>
            <a:ext cx="3418449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  <p:sp>
        <p:nvSpPr>
          <p:cNvPr id="877" name="Google Shape;877;p20"/>
          <p:cNvSpPr txBox="1"/>
          <p:nvPr/>
        </p:nvSpPr>
        <p:spPr>
          <a:xfrm>
            <a:off x="3420956" y="81277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878" name="Google Shape;878;p20"/>
          <p:cNvSpPr txBox="1"/>
          <p:nvPr/>
        </p:nvSpPr>
        <p:spPr>
          <a:xfrm>
            <a:off x="4486445" y="791770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879" name="Google Shape;879;p20"/>
          <p:cNvSpPr txBox="1"/>
          <p:nvPr/>
        </p:nvSpPr>
        <p:spPr>
          <a:xfrm>
            <a:off x="5454089" y="77076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880" name="Google Shape;880;p20"/>
          <p:cNvSpPr txBox="1"/>
          <p:nvPr/>
        </p:nvSpPr>
        <p:spPr>
          <a:xfrm>
            <a:off x="6372837" y="766387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881" name="Google Shape;881;p20"/>
          <p:cNvSpPr txBox="1"/>
          <p:nvPr/>
        </p:nvSpPr>
        <p:spPr>
          <a:xfrm>
            <a:off x="7286847" y="76201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882" name="Google Shape;882;p20"/>
          <p:cNvSpPr txBox="1"/>
          <p:nvPr/>
        </p:nvSpPr>
        <p:spPr>
          <a:xfrm>
            <a:off x="8134737" y="76201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883" name="Google Shape;883;p20"/>
          <p:cNvSpPr txBox="1"/>
          <p:nvPr/>
        </p:nvSpPr>
        <p:spPr>
          <a:xfrm>
            <a:off x="9049568" y="77744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884" name="Google Shape;884;p20"/>
          <p:cNvSpPr/>
          <p:nvPr/>
        </p:nvSpPr>
        <p:spPr>
          <a:xfrm>
            <a:off x="4488660" y="117057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85" name="Google Shape;885;p20"/>
          <p:cNvSpPr/>
          <p:nvPr/>
        </p:nvSpPr>
        <p:spPr>
          <a:xfrm>
            <a:off x="5454089" y="11683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886" name="Google Shape;886;p20"/>
          <p:cNvSpPr/>
          <p:nvPr/>
        </p:nvSpPr>
        <p:spPr>
          <a:xfrm>
            <a:off x="6373006" y="11694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887" name="Google Shape;887;p20"/>
          <p:cNvSpPr/>
          <p:nvPr/>
        </p:nvSpPr>
        <p:spPr>
          <a:xfrm>
            <a:off x="7321687" y="11622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88" name="Google Shape;888;p20"/>
          <p:cNvSpPr/>
          <p:nvPr/>
        </p:nvSpPr>
        <p:spPr>
          <a:xfrm>
            <a:off x="8240604" y="116332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89" name="Google Shape;889;p20"/>
          <p:cNvSpPr/>
          <p:nvPr/>
        </p:nvSpPr>
        <p:spPr>
          <a:xfrm>
            <a:off x="9206033" y="116110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90" name="Google Shape;890;p20"/>
          <p:cNvSpPr/>
          <p:nvPr/>
        </p:nvSpPr>
        <p:spPr>
          <a:xfrm>
            <a:off x="10124950" y="11622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91" name="Google Shape;891;p20"/>
          <p:cNvSpPr txBox="1"/>
          <p:nvPr/>
        </p:nvSpPr>
        <p:spPr>
          <a:xfrm>
            <a:off x="9960886" y="7609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892" name="Google Shape;892;p20"/>
          <p:cNvSpPr/>
          <p:nvPr/>
        </p:nvSpPr>
        <p:spPr>
          <a:xfrm>
            <a:off x="11048129" y="115495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93" name="Google Shape;893;p20"/>
          <p:cNvSpPr txBox="1"/>
          <p:nvPr/>
        </p:nvSpPr>
        <p:spPr>
          <a:xfrm>
            <a:off x="11090618" y="753645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894" name="Google Shape;894;p20"/>
          <p:cNvSpPr/>
          <p:nvPr/>
        </p:nvSpPr>
        <p:spPr>
          <a:xfrm>
            <a:off x="3567697" y="117783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95" name="Google Shape;895;p20"/>
          <p:cNvSpPr txBox="1"/>
          <p:nvPr/>
        </p:nvSpPr>
        <p:spPr>
          <a:xfrm>
            <a:off x="2763109" y="476507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20"/>
          <p:cNvSpPr txBox="1"/>
          <p:nvPr/>
        </p:nvSpPr>
        <p:spPr>
          <a:xfrm>
            <a:off x="3326613" y="321489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897" name="Google Shape;897;p20"/>
          <p:cNvSpPr txBox="1"/>
          <p:nvPr/>
        </p:nvSpPr>
        <p:spPr>
          <a:xfrm>
            <a:off x="4392102" y="3193885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898" name="Google Shape;898;p20"/>
          <p:cNvSpPr txBox="1"/>
          <p:nvPr/>
        </p:nvSpPr>
        <p:spPr>
          <a:xfrm>
            <a:off x="5359746" y="3172876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899" name="Google Shape;899;p20"/>
          <p:cNvSpPr txBox="1"/>
          <p:nvPr/>
        </p:nvSpPr>
        <p:spPr>
          <a:xfrm>
            <a:off x="6278494" y="3168502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900" name="Google Shape;900;p20"/>
          <p:cNvSpPr txBox="1"/>
          <p:nvPr/>
        </p:nvSpPr>
        <p:spPr>
          <a:xfrm>
            <a:off x="7192504" y="3164128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901" name="Google Shape;901;p20"/>
          <p:cNvSpPr txBox="1"/>
          <p:nvPr/>
        </p:nvSpPr>
        <p:spPr>
          <a:xfrm>
            <a:off x="8040394" y="316412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902" name="Google Shape;902;p20"/>
          <p:cNvSpPr txBox="1"/>
          <p:nvPr/>
        </p:nvSpPr>
        <p:spPr>
          <a:xfrm>
            <a:off x="8955225" y="3179561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903" name="Google Shape;903;p20"/>
          <p:cNvSpPr/>
          <p:nvPr/>
        </p:nvSpPr>
        <p:spPr>
          <a:xfrm>
            <a:off x="4394317" y="357269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04" name="Google Shape;904;p20"/>
          <p:cNvSpPr/>
          <p:nvPr/>
        </p:nvSpPr>
        <p:spPr>
          <a:xfrm>
            <a:off x="5359746" y="357047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05" name="Google Shape;905;p20"/>
          <p:cNvSpPr/>
          <p:nvPr/>
        </p:nvSpPr>
        <p:spPr>
          <a:xfrm>
            <a:off x="6278663" y="357158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06" name="Google Shape;906;p20"/>
          <p:cNvSpPr/>
          <p:nvPr/>
        </p:nvSpPr>
        <p:spPr>
          <a:xfrm>
            <a:off x="7227344" y="356432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07" name="Google Shape;907;p20"/>
          <p:cNvSpPr/>
          <p:nvPr/>
        </p:nvSpPr>
        <p:spPr>
          <a:xfrm>
            <a:off x="8146261" y="356543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08" name="Google Shape;908;p20"/>
          <p:cNvSpPr/>
          <p:nvPr/>
        </p:nvSpPr>
        <p:spPr>
          <a:xfrm>
            <a:off x="9111690" y="356321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09" name="Google Shape;909;p20"/>
          <p:cNvSpPr/>
          <p:nvPr/>
        </p:nvSpPr>
        <p:spPr>
          <a:xfrm>
            <a:off x="10030607" y="356432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10" name="Google Shape;910;p20"/>
          <p:cNvSpPr txBox="1"/>
          <p:nvPr/>
        </p:nvSpPr>
        <p:spPr>
          <a:xfrm>
            <a:off x="9866543" y="316301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911" name="Google Shape;911;p20"/>
          <p:cNvSpPr/>
          <p:nvPr/>
        </p:nvSpPr>
        <p:spPr>
          <a:xfrm>
            <a:off x="10953786" y="35570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12" name="Google Shape;912;p20"/>
          <p:cNvSpPr txBox="1"/>
          <p:nvPr/>
        </p:nvSpPr>
        <p:spPr>
          <a:xfrm>
            <a:off x="10996275" y="3155760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913" name="Google Shape;913;p20"/>
          <p:cNvSpPr/>
          <p:nvPr/>
        </p:nvSpPr>
        <p:spPr>
          <a:xfrm>
            <a:off x="3473354" y="357995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cxnSp>
        <p:nvCxnSpPr>
          <p:cNvPr id="914" name="Google Shape;914;p20"/>
          <p:cNvCxnSpPr/>
          <p:nvPr/>
        </p:nvCxnSpPr>
        <p:spPr>
          <a:xfrm flipH="1" rot="10800000">
            <a:off x="4098356" y="1465943"/>
            <a:ext cx="705873" cy="2322286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21"/>
          <p:cNvSpPr txBox="1"/>
          <p:nvPr/>
        </p:nvSpPr>
        <p:spPr>
          <a:xfrm>
            <a:off x="3420956" y="81277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920" name="Google Shape;920;p21"/>
          <p:cNvSpPr txBox="1"/>
          <p:nvPr/>
        </p:nvSpPr>
        <p:spPr>
          <a:xfrm>
            <a:off x="4486445" y="791770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921" name="Google Shape;921;p21"/>
          <p:cNvSpPr txBox="1"/>
          <p:nvPr/>
        </p:nvSpPr>
        <p:spPr>
          <a:xfrm>
            <a:off x="5454089" y="77076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922" name="Google Shape;922;p21"/>
          <p:cNvSpPr txBox="1"/>
          <p:nvPr/>
        </p:nvSpPr>
        <p:spPr>
          <a:xfrm>
            <a:off x="6372837" y="766387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923" name="Google Shape;923;p21"/>
          <p:cNvSpPr txBox="1"/>
          <p:nvPr/>
        </p:nvSpPr>
        <p:spPr>
          <a:xfrm>
            <a:off x="7286847" y="76201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924" name="Google Shape;924;p21"/>
          <p:cNvSpPr txBox="1"/>
          <p:nvPr/>
        </p:nvSpPr>
        <p:spPr>
          <a:xfrm>
            <a:off x="8134737" y="76201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925" name="Google Shape;925;p21"/>
          <p:cNvSpPr txBox="1"/>
          <p:nvPr/>
        </p:nvSpPr>
        <p:spPr>
          <a:xfrm>
            <a:off x="9049568" y="77744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926" name="Google Shape;926;p21"/>
          <p:cNvSpPr/>
          <p:nvPr/>
        </p:nvSpPr>
        <p:spPr>
          <a:xfrm>
            <a:off x="4488660" y="117057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27" name="Google Shape;927;p21"/>
          <p:cNvSpPr/>
          <p:nvPr/>
        </p:nvSpPr>
        <p:spPr>
          <a:xfrm>
            <a:off x="5454089" y="11683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28" name="Google Shape;928;p21"/>
          <p:cNvSpPr/>
          <p:nvPr/>
        </p:nvSpPr>
        <p:spPr>
          <a:xfrm>
            <a:off x="6373006" y="11694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29" name="Google Shape;929;p21"/>
          <p:cNvSpPr/>
          <p:nvPr/>
        </p:nvSpPr>
        <p:spPr>
          <a:xfrm>
            <a:off x="7321687" y="11622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30" name="Google Shape;930;p21"/>
          <p:cNvSpPr/>
          <p:nvPr/>
        </p:nvSpPr>
        <p:spPr>
          <a:xfrm>
            <a:off x="8240604" y="116332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31" name="Google Shape;931;p21"/>
          <p:cNvSpPr/>
          <p:nvPr/>
        </p:nvSpPr>
        <p:spPr>
          <a:xfrm>
            <a:off x="9206033" y="116110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32" name="Google Shape;932;p21"/>
          <p:cNvSpPr/>
          <p:nvPr/>
        </p:nvSpPr>
        <p:spPr>
          <a:xfrm>
            <a:off x="10124950" y="11622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33" name="Google Shape;933;p21"/>
          <p:cNvSpPr txBox="1"/>
          <p:nvPr/>
        </p:nvSpPr>
        <p:spPr>
          <a:xfrm>
            <a:off x="9960886" y="7609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934" name="Google Shape;934;p21"/>
          <p:cNvSpPr/>
          <p:nvPr/>
        </p:nvSpPr>
        <p:spPr>
          <a:xfrm>
            <a:off x="11048129" y="115495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35" name="Google Shape;935;p21"/>
          <p:cNvSpPr txBox="1"/>
          <p:nvPr/>
        </p:nvSpPr>
        <p:spPr>
          <a:xfrm>
            <a:off x="11090618" y="753645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936" name="Google Shape;936;p21"/>
          <p:cNvSpPr/>
          <p:nvPr/>
        </p:nvSpPr>
        <p:spPr>
          <a:xfrm>
            <a:off x="3567697" y="117783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37" name="Google Shape;937;p21"/>
          <p:cNvSpPr txBox="1"/>
          <p:nvPr/>
        </p:nvSpPr>
        <p:spPr>
          <a:xfrm>
            <a:off x="2763109" y="476507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21"/>
          <p:cNvSpPr txBox="1"/>
          <p:nvPr/>
        </p:nvSpPr>
        <p:spPr>
          <a:xfrm>
            <a:off x="3326613" y="321489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939" name="Google Shape;939;p21"/>
          <p:cNvSpPr txBox="1"/>
          <p:nvPr/>
        </p:nvSpPr>
        <p:spPr>
          <a:xfrm>
            <a:off x="4392102" y="3193885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940" name="Google Shape;940;p21"/>
          <p:cNvSpPr txBox="1"/>
          <p:nvPr/>
        </p:nvSpPr>
        <p:spPr>
          <a:xfrm>
            <a:off x="5359746" y="3172876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941" name="Google Shape;941;p21"/>
          <p:cNvSpPr txBox="1"/>
          <p:nvPr/>
        </p:nvSpPr>
        <p:spPr>
          <a:xfrm>
            <a:off x="6278494" y="3168502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942" name="Google Shape;942;p21"/>
          <p:cNvSpPr txBox="1"/>
          <p:nvPr/>
        </p:nvSpPr>
        <p:spPr>
          <a:xfrm>
            <a:off x="7192504" y="3164128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943" name="Google Shape;943;p21"/>
          <p:cNvSpPr txBox="1"/>
          <p:nvPr/>
        </p:nvSpPr>
        <p:spPr>
          <a:xfrm>
            <a:off x="8040394" y="316412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944" name="Google Shape;944;p21"/>
          <p:cNvSpPr txBox="1"/>
          <p:nvPr/>
        </p:nvSpPr>
        <p:spPr>
          <a:xfrm>
            <a:off x="8955225" y="3179561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945" name="Google Shape;945;p21"/>
          <p:cNvSpPr/>
          <p:nvPr/>
        </p:nvSpPr>
        <p:spPr>
          <a:xfrm>
            <a:off x="4394317" y="357269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46" name="Google Shape;946;p21"/>
          <p:cNvSpPr/>
          <p:nvPr/>
        </p:nvSpPr>
        <p:spPr>
          <a:xfrm>
            <a:off x="5359746" y="357047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47" name="Google Shape;947;p21"/>
          <p:cNvSpPr/>
          <p:nvPr/>
        </p:nvSpPr>
        <p:spPr>
          <a:xfrm>
            <a:off x="6278663" y="357158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48" name="Google Shape;948;p21"/>
          <p:cNvSpPr/>
          <p:nvPr/>
        </p:nvSpPr>
        <p:spPr>
          <a:xfrm>
            <a:off x="7227344" y="356432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49" name="Google Shape;949;p21"/>
          <p:cNvSpPr/>
          <p:nvPr/>
        </p:nvSpPr>
        <p:spPr>
          <a:xfrm>
            <a:off x="8146261" y="356543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50" name="Google Shape;950;p21"/>
          <p:cNvSpPr/>
          <p:nvPr/>
        </p:nvSpPr>
        <p:spPr>
          <a:xfrm>
            <a:off x="9111690" y="356321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51" name="Google Shape;951;p21"/>
          <p:cNvSpPr/>
          <p:nvPr/>
        </p:nvSpPr>
        <p:spPr>
          <a:xfrm>
            <a:off x="10030607" y="356432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52" name="Google Shape;952;p21"/>
          <p:cNvSpPr txBox="1"/>
          <p:nvPr/>
        </p:nvSpPr>
        <p:spPr>
          <a:xfrm>
            <a:off x="9866543" y="316301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953" name="Google Shape;953;p21"/>
          <p:cNvSpPr/>
          <p:nvPr/>
        </p:nvSpPr>
        <p:spPr>
          <a:xfrm>
            <a:off x="10953786" y="35570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54" name="Google Shape;954;p21"/>
          <p:cNvSpPr txBox="1"/>
          <p:nvPr/>
        </p:nvSpPr>
        <p:spPr>
          <a:xfrm>
            <a:off x="10996275" y="3155760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955" name="Google Shape;955;p21"/>
          <p:cNvSpPr/>
          <p:nvPr/>
        </p:nvSpPr>
        <p:spPr>
          <a:xfrm>
            <a:off x="3473354" y="357995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cxnSp>
        <p:nvCxnSpPr>
          <p:cNvPr id="956" name="Google Shape;956;p21"/>
          <p:cNvCxnSpPr/>
          <p:nvPr/>
        </p:nvCxnSpPr>
        <p:spPr>
          <a:xfrm flipH="1" rot="10800000">
            <a:off x="4098356" y="1465943"/>
            <a:ext cx="705873" cy="2322286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957" name="Google Shape;957;p21"/>
          <p:cNvCxnSpPr/>
          <p:nvPr/>
        </p:nvCxnSpPr>
        <p:spPr>
          <a:xfrm>
            <a:off x="4392102" y="2757714"/>
            <a:ext cx="310527" cy="1045029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58" name="Google Shape;958;p21"/>
          <p:cNvSpPr txBox="1"/>
          <p:nvPr/>
        </p:nvSpPr>
        <p:spPr>
          <a:xfrm>
            <a:off x="0" y="225083"/>
            <a:ext cx="3418449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22"/>
          <p:cNvSpPr txBox="1"/>
          <p:nvPr/>
        </p:nvSpPr>
        <p:spPr>
          <a:xfrm>
            <a:off x="3420956" y="81277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964" name="Google Shape;964;p22"/>
          <p:cNvSpPr txBox="1"/>
          <p:nvPr/>
        </p:nvSpPr>
        <p:spPr>
          <a:xfrm>
            <a:off x="4486445" y="791770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965" name="Google Shape;965;p22"/>
          <p:cNvSpPr txBox="1"/>
          <p:nvPr/>
        </p:nvSpPr>
        <p:spPr>
          <a:xfrm>
            <a:off x="5454089" y="77076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966" name="Google Shape;966;p22"/>
          <p:cNvSpPr txBox="1"/>
          <p:nvPr/>
        </p:nvSpPr>
        <p:spPr>
          <a:xfrm>
            <a:off x="6372837" y="766387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967" name="Google Shape;967;p22"/>
          <p:cNvSpPr txBox="1"/>
          <p:nvPr/>
        </p:nvSpPr>
        <p:spPr>
          <a:xfrm>
            <a:off x="7286847" y="76201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968" name="Google Shape;968;p22"/>
          <p:cNvSpPr txBox="1"/>
          <p:nvPr/>
        </p:nvSpPr>
        <p:spPr>
          <a:xfrm>
            <a:off x="8134737" y="76201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969" name="Google Shape;969;p22"/>
          <p:cNvSpPr txBox="1"/>
          <p:nvPr/>
        </p:nvSpPr>
        <p:spPr>
          <a:xfrm>
            <a:off x="9049568" y="77744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970" name="Google Shape;970;p22"/>
          <p:cNvSpPr/>
          <p:nvPr/>
        </p:nvSpPr>
        <p:spPr>
          <a:xfrm>
            <a:off x="4488660" y="117057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71" name="Google Shape;971;p22"/>
          <p:cNvSpPr/>
          <p:nvPr/>
        </p:nvSpPr>
        <p:spPr>
          <a:xfrm>
            <a:off x="5454089" y="11683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72" name="Google Shape;972;p22"/>
          <p:cNvSpPr/>
          <p:nvPr/>
        </p:nvSpPr>
        <p:spPr>
          <a:xfrm>
            <a:off x="6373006" y="11694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73" name="Google Shape;973;p22"/>
          <p:cNvSpPr/>
          <p:nvPr/>
        </p:nvSpPr>
        <p:spPr>
          <a:xfrm>
            <a:off x="7321687" y="11622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74" name="Google Shape;974;p22"/>
          <p:cNvSpPr/>
          <p:nvPr/>
        </p:nvSpPr>
        <p:spPr>
          <a:xfrm>
            <a:off x="8240604" y="116332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75" name="Google Shape;975;p22"/>
          <p:cNvSpPr/>
          <p:nvPr/>
        </p:nvSpPr>
        <p:spPr>
          <a:xfrm>
            <a:off x="9206033" y="116110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76" name="Google Shape;976;p22"/>
          <p:cNvSpPr/>
          <p:nvPr/>
        </p:nvSpPr>
        <p:spPr>
          <a:xfrm>
            <a:off x="10124950" y="11622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77" name="Google Shape;977;p22"/>
          <p:cNvSpPr txBox="1"/>
          <p:nvPr/>
        </p:nvSpPr>
        <p:spPr>
          <a:xfrm>
            <a:off x="9960886" y="7609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978" name="Google Shape;978;p22"/>
          <p:cNvSpPr/>
          <p:nvPr/>
        </p:nvSpPr>
        <p:spPr>
          <a:xfrm>
            <a:off x="11048129" y="115495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79" name="Google Shape;979;p22"/>
          <p:cNvSpPr txBox="1"/>
          <p:nvPr/>
        </p:nvSpPr>
        <p:spPr>
          <a:xfrm>
            <a:off x="11090618" y="753645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980" name="Google Shape;980;p22"/>
          <p:cNvSpPr/>
          <p:nvPr/>
        </p:nvSpPr>
        <p:spPr>
          <a:xfrm>
            <a:off x="3567697" y="117783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81" name="Google Shape;981;p22"/>
          <p:cNvSpPr txBox="1"/>
          <p:nvPr/>
        </p:nvSpPr>
        <p:spPr>
          <a:xfrm>
            <a:off x="2763109" y="476507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22"/>
          <p:cNvSpPr txBox="1"/>
          <p:nvPr/>
        </p:nvSpPr>
        <p:spPr>
          <a:xfrm>
            <a:off x="3326613" y="321489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983" name="Google Shape;983;p22"/>
          <p:cNvSpPr txBox="1"/>
          <p:nvPr/>
        </p:nvSpPr>
        <p:spPr>
          <a:xfrm>
            <a:off x="4392102" y="3193885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984" name="Google Shape;984;p22"/>
          <p:cNvSpPr txBox="1"/>
          <p:nvPr/>
        </p:nvSpPr>
        <p:spPr>
          <a:xfrm>
            <a:off x="5359746" y="3172876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985" name="Google Shape;985;p22"/>
          <p:cNvSpPr txBox="1"/>
          <p:nvPr/>
        </p:nvSpPr>
        <p:spPr>
          <a:xfrm>
            <a:off x="6278494" y="3168502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986" name="Google Shape;986;p22"/>
          <p:cNvSpPr txBox="1"/>
          <p:nvPr/>
        </p:nvSpPr>
        <p:spPr>
          <a:xfrm>
            <a:off x="7192504" y="3164128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987" name="Google Shape;987;p22"/>
          <p:cNvSpPr txBox="1"/>
          <p:nvPr/>
        </p:nvSpPr>
        <p:spPr>
          <a:xfrm>
            <a:off x="8040394" y="316412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988" name="Google Shape;988;p22"/>
          <p:cNvSpPr txBox="1"/>
          <p:nvPr/>
        </p:nvSpPr>
        <p:spPr>
          <a:xfrm>
            <a:off x="8955225" y="3179561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989" name="Google Shape;989;p22"/>
          <p:cNvSpPr/>
          <p:nvPr/>
        </p:nvSpPr>
        <p:spPr>
          <a:xfrm>
            <a:off x="4394317" y="357269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90" name="Google Shape;990;p22"/>
          <p:cNvSpPr/>
          <p:nvPr/>
        </p:nvSpPr>
        <p:spPr>
          <a:xfrm>
            <a:off x="5359746" y="357047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91" name="Google Shape;991;p22"/>
          <p:cNvSpPr/>
          <p:nvPr/>
        </p:nvSpPr>
        <p:spPr>
          <a:xfrm>
            <a:off x="6278663" y="357158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92" name="Google Shape;992;p22"/>
          <p:cNvSpPr/>
          <p:nvPr/>
        </p:nvSpPr>
        <p:spPr>
          <a:xfrm>
            <a:off x="7227344" y="356432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93" name="Google Shape;993;p22"/>
          <p:cNvSpPr/>
          <p:nvPr/>
        </p:nvSpPr>
        <p:spPr>
          <a:xfrm>
            <a:off x="8146261" y="356543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94" name="Google Shape;994;p22"/>
          <p:cNvSpPr/>
          <p:nvPr/>
        </p:nvSpPr>
        <p:spPr>
          <a:xfrm>
            <a:off x="9111690" y="356321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95" name="Google Shape;995;p22"/>
          <p:cNvSpPr/>
          <p:nvPr/>
        </p:nvSpPr>
        <p:spPr>
          <a:xfrm>
            <a:off x="10030607" y="356432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96" name="Google Shape;996;p22"/>
          <p:cNvSpPr txBox="1"/>
          <p:nvPr/>
        </p:nvSpPr>
        <p:spPr>
          <a:xfrm>
            <a:off x="9866543" y="316301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997" name="Google Shape;997;p22"/>
          <p:cNvSpPr/>
          <p:nvPr/>
        </p:nvSpPr>
        <p:spPr>
          <a:xfrm>
            <a:off x="10953786" y="35570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98" name="Google Shape;998;p22"/>
          <p:cNvSpPr txBox="1"/>
          <p:nvPr/>
        </p:nvSpPr>
        <p:spPr>
          <a:xfrm>
            <a:off x="10996275" y="3155760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999" name="Google Shape;999;p22"/>
          <p:cNvSpPr/>
          <p:nvPr/>
        </p:nvSpPr>
        <p:spPr>
          <a:xfrm>
            <a:off x="3473354" y="357995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cxnSp>
        <p:nvCxnSpPr>
          <p:cNvPr id="1000" name="Google Shape;1000;p22"/>
          <p:cNvCxnSpPr/>
          <p:nvPr/>
        </p:nvCxnSpPr>
        <p:spPr>
          <a:xfrm flipH="1" rot="10800000">
            <a:off x="5056686" y="1537236"/>
            <a:ext cx="705873" cy="2322286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001" name="Google Shape;1001;p22"/>
          <p:cNvSpPr txBox="1"/>
          <p:nvPr/>
        </p:nvSpPr>
        <p:spPr>
          <a:xfrm>
            <a:off x="0" y="225083"/>
            <a:ext cx="3418449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23"/>
          <p:cNvSpPr txBox="1"/>
          <p:nvPr/>
        </p:nvSpPr>
        <p:spPr>
          <a:xfrm>
            <a:off x="3420956" y="81277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007" name="Google Shape;1007;p23"/>
          <p:cNvSpPr txBox="1"/>
          <p:nvPr/>
        </p:nvSpPr>
        <p:spPr>
          <a:xfrm>
            <a:off x="4486445" y="791770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008" name="Google Shape;1008;p23"/>
          <p:cNvSpPr txBox="1"/>
          <p:nvPr/>
        </p:nvSpPr>
        <p:spPr>
          <a:xfrm>
            <a:off x="5454089" y="77076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1009" name="Google Shape;1009;p23"/>
          <p:cNvSpPr txBox="1"/>
          <p:nvPr/>
        </p:nvSpPr>
        <p:spPr>
          <a:xfrm>
            <a:off x="6372837" y="766387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010" name="Google Shape;1010;p23"/>
          <p:cNvSpPr txBox="1"/>
          <p:nvPr/>
        </p:nvSpPr>
        <p:spPr>
          <a:xfrm>
            <a:off x="7286847" y="76201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011" name="Google Shape;1011;p23"/>
          <p:cNvSpPr txBox="1"/>
          <p:nvPr/>
        </p:nvSpPr>
        <p:spPr>
          <a:xfrm>
            <a:off x="8134737" y="76201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012" name="Google Shape;1012;p23"/>
          <p:cNvSpPr txBox="1"/>
          <p:nvPr/>
        </p:nvSpPr>
        <p:spPr>
          <a:xfrm>
            <a:off x="9049568" y="77744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013" name="Google Shape;1013;p23"/>
          <p:cNvSpPr/>
          <p:nvPr/>
        </p:nvSpPr>
        <p:spPr>
          <a:xfrm>
            <a:off x="4488660" y="117057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14" name="Google Shape;1014;p23"/>
          <p:cNvSpPr/>
          <p:nvPr/>
        </p:nvSpPr>
        <p:spPr>
          <a:xfrm>
            <a:off x="5454089" y="11683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15" name="Google Shape;1015;p23"/>
          <p:cNvSpPr/>
          <p:nvPr/>
        </p:nvSpPr>
        <p:spPr>
          <a:xfrm>
            <a:off x="6373006" y="11694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16" name="Google Shape;1016;p23"/>
          <p:cNvSpPr/>
          <p:nvPr/>
        </p:nvSpPr>
        <p:spPr>
          <a:xfrm>
            <a:off x="7321687" y="11622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17" name="Google Shape;1017;p23"/>
          <p:cNvSpPr/>
          <p:nvPr/>
        </p:nvSpPr>
        <p:spPr>
          <a:xfrm>
            <a:off x="8240604" y="116332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18" name="Google Shape;1018;p23"/>
          <p:cNvSpPr/>
          <p:nvPr/>
        </p:nvSpPr>
        <p:spPr>
          <a:xfrm>
            <a:off x="9206033" y="116110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19" name="Google Shape;1019;p23"/>
          <p:cNvSpPr/>
          <p:nvPr/>
        </p:nvSpPr>
        <p:spPr>
          <a:xfrm>
            <a:off x="10124950" y="11622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20" name="Google Shape;1020;p23"/>
          <p:cNvSpPr txBox="1"/>
          <p:nvPr/>
        </p:nvSpPr>
        <p:spPr>
          <a:xfrm>
            <a:off x="9960886" y="7609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021" name="Google Shape;1021;p23"/>
          <p:cNvSpPr/>
          <p:nvPr/>
        </p:nvSpPr>
        <p:spPr>
          <a:xfrm>
            <a:off x="11048129" y="115495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22" name="Google Shape;1022;p23"/>
          <p:cNvSpPr txBox="1"/>
          <p:nvPr/>
        </p:nvSpPr>
        <p:spPr>
          <a:xfrm>
            <a:off x="11090618" y="753645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023" name="Google Shape;1023;p23"/>
          <p:cNvSpPr/>
          <p:nvPr/>
        </p:nvSpPr>
        <p:spPr>
          <a:xfrm>
            <a:off x="3567697" y="117783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24" name="Google Shape;1024;p23"/>
          <p:cNvSpPr txBox="1"/>
          <p:nvPr/>
        </p:nvSpPr>
        <p:spPr>
          <a:xfrm>
            <a:off x="2763109" y="476507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23"/>
          <p:cNvSpPr txBox="1"/>
          <p:nvPr/>
        </p:nvSpPr>
        <p:spPr>
          <a:xfrm>
            <a:off x="3326613" y="321489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026" name="Google Shape;1026;p23"/>
          <p:cNvSpPr txBox="1"/>
          <p:nvPr/>
        </p:nvSpPr>
        <p:spPr>
          <a:xfrm>
            <a:off x="4392102" y="3193885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027" name="Google Shape;1027;p23"/>
          <p:cNvSpPr txBox="1"/>
          <p:nvPr/>
        </p:nvSpPr>
        <p:spPr>
          <a:xfrm>
            <a:off x="5359746" y="3172876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1028" name="Google Shape;1028;p23"/>
          <p:cNvSpPr txBox="1"/>
          <p:nvPr/>
        </p:nvSpPr>
        <p:spPr>
          <a:xfrm>
            <a:off x="6278494" y="3168502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029" name="Google Shape;1029;p23"/>
          <p:cNvSpPr txBox="1"/>
          <p:nvPr/>
        </p:nvSpPr>
        <p:spPr>
          <a:xfrm>
            <a:off x="7192504" y="3164128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030" name="Google Shape;1030;p23"/>
          <p:cNvSpPr txBox="1"/>
          <p:nvPr/>
        </p:nvSpPr>
        <p:spPr>
          <a:xfrm>
            <a:off x="8040394" y="316412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031" name="Google Shape;1031;p23"/>
          <p:cNvSpPr txBox="1"/>
          <p:nvPr/>
        </p:nvSpPr>
        <p:spPr>
          <a:xfrm>
            <a:off x="8955225" y="3179561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032" name="Google Shape;1032;p23"/>
          <p:cNvSpPr/>
          <p:nvPr/>
        </p:nvSpPr>
        <p:spPr>
          <a:xfrm>
            <a:off x="4394317" y="357269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33" name="Google Shape;1033;p23"/>
          <p:cNvSpPr/>
          <p:nvPr/>
        </p:nvSpPr>
        <p:spPr>
          <a:xfrm>
            <a:off x="5359746" y="357047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034" name="Google Shape;1034;p23"/>
          <p:cNvSpPr/>
          <p:nvPr/>
        </p:nvSpPr>
        <p:spPr>
          <a:xfrm>
            <a:off x="6278663" y="357158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35" name="Google Shape;1035;p23"/>
          <p:cNvSpPr/>
          <p:nvPr/>
        </p:nvSpPr>
        <p:spPr>
          <a:xfrm>
            <a:off x="7227344" y="356432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36" name="Google Shape;1036;p23"/>
          <p:cNvSpPr/>
          <p:nvPr/>
        </p:nvSpPr>
        <p:spPr>
          <a:xfrm>
            <a:off x="8146261" y="356543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37" name="Google Shape;1037;p23"/>
          <p:cNvSpPr/>
          <p:nvPr/>
        </p:nvSpPr>
        <p:spPr>
          <a:xfrm>
            <a:off x="9111690" y="356321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38" name="Google Shape;1038;p23"/>
          <p:cNvSpPr/>
          <p:nvPr/>
        </p:nvSpPr>
        <p:spPr>
          <a:xfrm>
            <a:off x="10030607" y="356432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39" name="Google Shape;1039;p23"/>
          <p:cNvSpPr txBox="1"/>
          <p:nvPr/>
        </p:nvSpPr>
        <p:spPr>
          <a:xfrm>
            <a:off x="9866543" y="316301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040" name="Google Shape;1040;p23"/>
          <p:cNvSpPr/>
          <p:nvPr/>
        </p:nvSpPr>
        <p:spPr>
          <a:xfrm>
            <a:off x="10953786" y="35570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41" name="Google Shape;1041;p23"/>
          <p:cNvSpPr txBox="1"/>
          <p:nvPr/>
        </p:nvSpPr>
        <p:spPr>
          <a:xfrm>
            <a:off x="10996275" y="3155760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042" name="Google Shape;1042;p23"/>
          <p:cNvSpPr/>
          <p:nvPr/>
        </p:nvSpPr>
        <p:spPr>
          <a:xfrm>
            <a:off x="3473354" y="357995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cxnSp>
        <p:nvCxnSpPr>
          <p:cNvPr id="1043" name="Google Shape;1043;p23"/>
          <p:cNvCxnSpPr/>
          <p:nvPr/>
        </p:nvCxnSpPr>
        <p:spPr>
          <a:xfrm flipH="1" rot="10800000">
            <a:off x="5056686" y="1537236"/>
            <a:ext cx="705873" cy="2322286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044" name="Google Shape;1044;p23"/>
          <p:cNvCxnSpPr/>
          <p:nvPr/>
        </p:nvCxnSpPr>
        <p:spPr>
          <a:xfrm>
            <a:off x="5376796" y="2792701"/>
            <a:ext cx="310527" cy="1045029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45" name="Google Shape;1045;p23"/>
          <p:cNvSpPr txBox="1"/>
          <p:nvPr/>
        </p:nvSpPr>
        <p:spPr>
          <a:xfrm>
            <a:off x="0" y="225083"/>
            <a:ext cx="3418449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24"/>
          <p:cNvSpPr txBox="1"/>
          <p:nvPr/>
        </p:nvSpPr>
        <p:spPr>
          <a:xfrm>
            <a:off x="3420956" y="81277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051" name="Google Shape;1051;p24"/>
          <p:cNvSpPr txBox="1"/>
          <p:nvPr/>
        </p:nvSpPr>
        <p:spPr>
          <a:xfrm>
            <a:off x="4486445" y="791770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052" name="Google Shape;1052;p24"/>
          <p:cNvSpPr txBox="1"/>
          <p:nvPr/>
        </p:nvSpPr>
        <p:spPr>
          <a:xfrm>
            <a:off x="5454089" y="77076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1053" name="Google Shape;1053;p24"/>
          <p:cNvSpPr txBox="1"/>
          <p:nvPr/>
        </p:nvSpPr>
        <p:spPr>
          <a:xfrm>
            <a:off x="6372837" y="766387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054" name="Google Shape;1054;p24"/>
          <p:cNvSpPr txBox="1"/>
          <p:nvPr/>
        </p:nvSpPr>
        <p:spPr>
          <a:xfrm>
            <a:off x="7286847" y="76201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055" name="Google Shape;1055;p24"/>
          <p:cNvSpPr txBox="1"/>
          <p:nvPr/>
        </p:nvSpPr>
        <p:spPr>
          <a:xfrm>
            <a:off x="8134737" y="76201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056" name="Google Shape;1056;p24"/>
          <p:cNvSpPr txBox="1"/>
          <p:nvPr/>
        </p:nvSpPr>
        <p:spPr>
          <a:xfrm>
            <a:off x="9049568" y="77744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057" name="Google Shape;1057;p24"/>
          <p:cNvSpPr/>
          <p:nvPr/>
        </p:nvSpPr>
        <p:spPr>
          <a:xfrm>
            <a:off x="4488660" y="117057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58" name="Google Shape;1058;p24"/>
          <p:cNvSpPr/>
          <p:nvPr/>
        </p:nvSpPr>
        <p:spPr>
          <a:xfrm>
            <a:off x="5454089" y="11683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59" name="Google Shape;1059;p24"/>
          <p:cNvSpPr/>
          <p:nvPr/>
        </p:nvSpPr>
        <p:spPr>
          <a:xfrm>
            <a:off x="6373006" y="11694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60" name="Google Shape;1060;p24"/>
          <p:cNvSpPr/>
          <p:nvPr/>
        </p:nvSpPr>
        <p:spPr>
          <a:xfrm>
            <a:off x="7321687" y="11622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61" name="Google Shape;1061;p24"/>
          <p:cNvSpPr/>
          <p:nvPr/>
        </p:nvSpPr>
        <p:spPr>
          <a:xfrm>
            <a:off x="8240604" y="116332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62" name="Google Shape;1062;p24"/>
          <p:cNvSpPr/>
          <p:nvPr/>
        </p:nvSpPr>
        <p:spPr>
          <a:xfrm>
            <a:off x="9206033" y="116110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63" name="Google Shape;1063;p24"/>
          <p:cNvSpPr/>
          <p:nvPr/>
        </p:nvSpPr>
        <p:spPr>
          <a:xfrm>
            <a:off x="10124950" y="11622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64" name="Google Shape;1064;p24"/>
          <p:cNvSpPr txBox="1"/>
          <p:nvPr/>
        </p:nvSpPr>
        <p:spPr>
          <a:xfrm>
            <a:off x="9960886" y="7609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065" name="Google Shape;1065;p24"/>
          <p:cNvSpPr/>
          <p:nvPr/>
        </p:nvSpPr>
        <p:spPr>
          <a:xfrm>
            <a:off x="11048129" y="115495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66" name="Google Shape;1066;p24"/>
          <p:cNvSpPr txBox="1"/>
          <p:nvPr/>
        </p:nvSpPr>
        <p:spPr>
          <a:xfrm>
            <a:off x="11090618" y="753645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067" name="Google Shape;1067;p24"/>
          <p:cNvSpPr/>
          <p:nvPr/>
        </p:nvSpPr>
        <p:spPr>
          <a:xfrm>
            <a:off x="3567697" y="117783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68" name="Google Shape;1068;p24"/>
          <p:cNvSpPr txBox="1"/>
          <p:nvPr/>
        </p:nvSpPr>
        <p:spPr>
          <a:xfrm>
            <a:off x="2763109" y="476507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24"/>
          <p:cNvSpPr txBox="1"/>
          <p:nvPr/>
        </p:nvSpPr>
        <p:spPr>
          <a:xfrm>
            <a:off x="3326613" y="321489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070" name="Google Shape;1070;p24"/>
          <p:cNvSpPr txBox="1"/>
          <p:nvPr/>
        </p:nvSpPr>
        <p:spPr>
          <a:xfrm>
            <a:off x="4392102" y="3193885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071" name="Google Shape;1071;p24"/>
          <p:cNvSpPr txBox="1"/>
          <p:nvPr/>
        </p:nvSpPr>
        <p:spPr>
          <a:xfrm>
            <a:off x="5359746" y="3172876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1072" name="Google Shape;1072;p24"/>
          <p:cNvSpPr txBox="1"/>
          <p:nvPr/>
        </p:nvSpPr>
        <p:spPr>
          <a:xfrm>
            <a:off x="6278494" y="3168502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073" name="Google Shape;1073;p24"/>
          <p:cNvSpPr txBox="1"/>
          <p:nvPr/>
        </p:nvSpPr>
        <p:spPr>
          <a:xfrm>
            <a:off x="7192504" y="3164128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074" name="Google Shape;1074;p24"/>
          <p:cNvSpPr txBox="1"/>
          <p:nvPr/>
        </p:nvSpPr>
        <p:spPr>
          <a:xfrm>
            <a:off x="8040394" y="316412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075" name="Google Shape;1075;p24"/>
          <p:cNvSpPr txBox="1"/>
          <p:nvPr/>
        </p:nvSpPr>
        <p:spPr>
          <a:xfrm>
            <a:off x="8955225" y="3179561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076" name="Google Shape;1076;p24"/>
          <p:cNvSpPr/>
          <p:nvPr/>
        </p:nvSpPr>
        <p:spPr>
          <a:xfrm>
            <a:off x="4394317" y="357269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77" name="Google Shape;1077;p24"/>
          <p:cNvSpPr/>
          <p:nvPr/>
        </p:nvSpPr>
        <p:spPr>
          <a:xfrm>
            <a:off x="5359746" y="357047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078" name="Google Shape;1078;p24"/>
          <p:cNvSpPr/>
          <p:nvPr/>
        </p:nvSpPr>
        <p:spPr>
          <a:xfrm>
            <a:off x="6278663" y="357158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79" name="Google Shape;1079;p24"/>
          <p:cNvSpPr/>
          <p:nvPr/>
        </p:nvSpPr>
        <p:spPr>
          <a:xfrm>
            <a:off x="7227344" y="356432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80" name="Google Shape;1080;p24"/>
          <p:cNvSpPr/>
          <p:nvPr/>
        </p:nvSpPr>
        <p:spPr>
          <a:xfrm>
            <a:off x="8146261" y="356543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81" name="Google Shape;1081;p24"/>
          <p:cNvSpPr/>
          <p:nvPr/>
        </p:nvSpPr>
        <p:spPr>
          <a:xfrm>
            <a:off x="9111690" y="356321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82" name="Google Shape;1082;p24"/>
          <p:cNvSpPr/>
          <p:nvPr/>
        </p:nvSpPr>
        <p:spPr>
          <a:xfrm>
            <a:off x="10030607" y="356432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83" name="Google Shape;1083;p24"/>
          <p:cNvSpPr txBox="1"/>
          <p:nvPr/>
        </p:nvSpPr>
        <p:spPr>
          <a:xfrm>
            <a:off x="9866543" y="316301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084" name="Google Shape;1084;p24"/>
          <p:cNvSpPr/>
          <p:nvPr/>
        </p:nvSpPr>
        <p:spPr>
          <a:xfrm>
            <a:off x="10953786" y="35570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85" name="Google Shape;1085;p24"/>
          <p:cNvSpPr txBox="1"/>
          <p:nvPr/>
        </p:nvSpPr>
        <p:spPr>
          <a:xfrm>
            <a:off x="10996275" y="3155760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086" name="Google Shape;1086;p24"/>
          <p:cNvSpPr/>
          <p:nvPr/>
        </p:nvSpPr>
        <p:spPr>
          <a:xfrm>
            <a:off x="3473354" y="357995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cxnSp>
        <p:nvCxnSpPr>
          <p:cNvPr id="1087" name="Google Shape;1087;p24"/>
          <p:cNvCxnSpPr/>
          <p:nvPr/>
        </p:nvCxnSpPr>
        <p:spPr>
          <a:xfrm flipH="1" rot="10800000">
            <a:off x="5955155" y="1551750"/>
            <a:ext cx="705873" cy="2322286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088" name="Google Shape;1088;p24"/>
          <p:cNvSpPr txBox="1"/>
          <p:nvPr/>
        </p:nvSpPr>
        <p:spPr>
          <a:xfrm>
            <a:off x="0" y="225083"/>
            <a:ext cx="3418449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25"/>
          <p:cNvSpPr txBox="1"/>
          <p:nvPr/>
        </p:nvSpPr>
        <p:spPr>
          <a:xfrm>
            <a:off x="3420956" y="81277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094" name="Google Shape;1094;p25"/>
          <p:cNvSpPr txBox="1"/>
          <p:nvPr/>
        </p:nvSpPr>
        <p:spPr>
          <a:xfrm>
            <a:off x="4486445" y="791770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095" name="Google Shape;1095;p25"/>
          <p:cNvSpPr txBox="1"/>
          <p:nvPr/>
        </p:nvSpPr>
        <p:spPr>
          <a:xfrm>
            <a:off x="5454089" y="77076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1096" name="Google Shape;1096;p25"/>
          <p:cNvSpPr txBox="1"/>
          <p:nvPr/>
        </p:nvSpPr>
        <p:spPr>
          <a:xfrm>
            <a:off x="6372837" y="766387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097" name="Google Shape;1097;p25"/>
          <p:cNvSpPr txBox="1"/>
          <p:nvPr/>
        </p:nvSpPr>
        <p:spPr>
          <a:xfrm>
            <a:off x="7286847" y="76201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098" name="Google Shape;1098;p25"/>
          <p:cNvSpPr txBox="1"/>
          <p:nvPr/>
        </p:nvSpPr>
        <p:spPr>
          <a:xfrm>
            <a:off x="8134737" y="76201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099" name="Google Shape;1099;p25"/>
          <p:cNvSpPr txBox="1"/>
          <p:nvPr/>
        </p:nvSpPr>
        <p:spPr>
          <a:xfrm>
            <a:off x="9049568" y="77744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100" name="Google Shape;1100;p25"/>
          <p:cNvSpPr/>
          <p:nvPr/>
        </p:nvSpPr>
        <p:spPr>
          <a:xfrm>
            <a:off x="4488660" y="117057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01" name="Google Shape;1101;p25"/>
          <p:cNvSpPr/>
          <p:nvPr/>
        </p:nvSpPr>
        <p:spPr>
          <a:xfrm>
            <a:off x="5454089" y="11683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02" name="Google Shape;1102;p25"/>
          <p:cNvSpPr/>
          <p:nvPr/>
        </p:nvSpPr>
        <p:spPr>
          <a:xfrm>
            <a:off x="6373006" y="11694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03" name="Google Shape;1103;p25"/>
          <p:cNvSpPr/>
          <p:nvPr/>
        </p:nvSpPr>
        <p:spPr>
          <a:xfrm>
            <a:off x="7321687" y="11622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04" name="Google Shape;1104;p25"/>
          <p:cNvSpPr/>
          <p:nvPr/>
        </p:nvSpPr>
        <p:spPr>
          <a:xfrm>
            <a:off x="8240604" y="116332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105" name="Google Shape;1105;p25"/>
          <p:cNvSpPr/>
          <p:nvPr/>
        </p:nvSpPr>
        <p:spPr>
          <a:xfrm>
            <a:off x="9206033" y="116110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106" name="Google Shape;1106;p25"/>
          <p:cNvSpPr/>
          <p:nvPr/>
        </p:nvSpPr>
        <p:spPr>
          <a:xfrm>
            <a:off x="10124950" y="11622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107" name="Google Shape;1107;p25"/>
          <p:cNvSpPr txBox="1"/>
          <p:nvPr/>
        </p:nvSpPr>
        <p:spPr>
          <a:xfrm>
            <a:off x="9960886" y="7609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108" name="Google Shape;1108;p25"/>
          <p:cNvSpPr/>
          <p:nvPr/>
        </p:nvSpPr>
        <p:spPr>
          <a:xfrm>
            <a:off x="11048129" y="115495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09" name="Google Shape;1109;p25"/>
          <p:cNvSpPr txBox="1"/>
          <p:nvPr/>
        </p:nvSpPr>
        <p:spPr>
          <a:xfrm>
            <a:off x="11090618" y="753645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110" name="Google Shape;1110;p25"/>
          <p:cNvSpPr/>
          <p:nvPr/>
        </p:nvSpPr>
        <p:spPr>
          <a:xfrm>
            <a:off x="3567697" y="117783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111" name="Google Shape;1111;p25"/>
          <p:cNvSpPr txBox="1"/>
          <p:nvPr/>
        </p:nvSpPr>
        <p:spPr>
          <a:xfrm>
            <a:off x="2763109" y="476507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25"/>
          <p:cNvSpPr txBox="1"/>
          <p:nvPr/>
        </p:nvSpPr>
        <p:spPr>
          <a:xfrm>
            <a:off x="3326613" y="321489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113" name="Google Shape;1113;p25"/>
          <p:cNvSpPr txBox="1"/>
          <p:nvPr/>
        </p:nvSpPr>
        <p:spPr>
          <a:xfrm>
            <a:off x="4392102" y="3193885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114" name="Google Shape;1114;p25"/>
          <p:cNvSpPr txBox="1"/>
          <p:nvPr/>
        </p:nvSpPr>
        <p:spPr>
          <a:xfrm>
            <a:off x="5359746" y="3172876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1115" name="Google Shape;1115;p25"/>
          <p:cNvSpPr txBox="1"/>
          <p:nvPr/>
        </p:nvSpPr>
        <p:spPr>
          <a:xfrm>
            <a:off x="6278494" y="3168502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116" name="Google Shape;1116;p25"/>
          <p:cNvSpPr txBox="1"/>
          <p:nvPr/>
        </p:nvSpPr>
        <p:spPr>
          <a:xfrm>
            <a:off x="7192504" y="3164128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117" name="Google Shape;1117;p25"/>
          <p:cNvSpPr txBox="1"/>
          <p:nvPr/>
        </p:nvSpPr>
        <p:spPr>
          <a:xfrm>
            <a:off x="8040394" y="316412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118" name="Google Shape;1118;p25"/>
          <p:cNvSpPr txBox="1"/>
          <p:nvPr/>
        </p:nvSpPr>
        <p:spPr>
          <a:xfrm>
            <a:off x="8955225" y="3179561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119" name="Google Shape;1119;p25"/>
          <p:cNvSpPr/>
          <p:nvPr/>
        </p:nvSpPr>
        <p:spPr>
          <a:xfrm>
            <a:off x="4394317" y="357269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20" name="Google Shape;1120;p25"/>
          <p:cNvSpPr/>
          <p:nvPr/>
        </p:nvSpPr>
        <p:spPr>
          <a:xfrm>
            <a:off x="5359746" y="357047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21" name="Google Shape;1121;p25"/>
          <p:cNvSpPr/>
          <p:nvPr/>
        </p:nvSpPr>
        <p:spPr>
          <a:xfrm>
            <a:off x="6278663" y="357158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122" name="Google Shape;1122;p25"/>
          <p:cNvSpPr/>
          <p:nvPr/>
        </p:nvSpPr>
        <p:spPr>
          <a:xfrm>
            <a:off x="7227344" y="356432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23" name="Google Shape;1123;p25"/>
          <p:cNvSpPr/>
          <p:nvPr/>
        </p:nvSpPr>
        <p:spPr>
          <a:xfrm>
            <a:off x="8146261" y="356543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124" name="Google Shape;1124;p25"/>
          <p:cNvSpPr/>
          <p:nvPr/>
        </p:nvSpPr>
        <p:spPr>
          <a:xfrm>
            <a:off x="9111690" y="356321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125" name="Google Shape;1125;p25"/>
          <p:cNvSpPr/>
          <p:nvPr/>
        </p:nvSpPr>
        <p:spPr>
          <a:xfrm>
            <a:off x="10030607" y="356432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126" name="Google Shape;1126;p25"/>
          <p:cNvSpPr txBox="1"/>
          <p:nvPr/>
        </p:nvSpPr>
        <p:spPr>
          <a:xfrm>
            <a:off x="9866543" y="316301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127" name="Google Shape;1127;p25"/>
          <p:cNvSpPr/>
          <p:nvPr/>
        </p:nvSpPr>
        <p:spPr>
          <a:xfrm>
            <a:off x="10953786" y="35570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28" name="Google Shape;1128;p25"/>
          <p:cNvSpPr txBox="1"/>
          <p:nvPr/>
        </p:nvSpPr>
        <p:spPr>
          <a:xfrm>
            <a:off x="10996275" y="3155760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129" name="Google Shape;1129;p25"/>
          <p:cNvSpPr/>
          <p:nvPr/>
        </p:nvSpPr>
        <p:spPr>
          <a:xfrm>
            <a:off x="3473354" y="357995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cxnSp>
        <p:nvCxnSpPr>
          <p:cNvPr id="1130" name="Google Shape;1130;p25"/>
          <p:cNvCxnSpPr/>
          <p:nvPr/>
        </p:nvCxnSpPr>
        <p:spPr>
          <a:xfrm flipH="1" rot="10800000">
            <a:off x="5955155" y="1551750"/>
            <a:ext cx="705873" cy="2322286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131" name="Google Shape;1131;p25"/>
          <p:cNvCxnSpPr/>
          <p:nvPr/>
        </p:nvCxnSpPr>
        <p:spPr>
          <a:xfrm>
            <a:off x="6292544" y="2763904"/>
            <a:ext cx="310527" cy="1045029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32" name="Google Shape;1132;p25"/>
          <p:cNvSpPr txBox="1"/>
          <p:nvPr/>
        </p:nvSpPr>
        <p:spPr>
          <a:xfrm>
            <a:off x="0" y="225083"/>
            <a:ext cx="3418449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26"/>
          <p:cNvSpPr txBox="1"/>
          <p:nvPr/>
        </p:nvSpPr>
        <p:spPr>
          <a:xfrm>
            <a:off x="3420956" y="81277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138" name="Google Shape;1138;p26"/>
          <p:cNvSpPr txBox="1"/>
          <p:nvPr/>
        </p:nvSpPr>
        <p:spPr>
          <a:xfrm>
            <a:off x="4486445" y="791770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139" name="Google Shape;1139;p26"/>
          <p:cNvSpPr txBox="1"/>
          <p:nvPr/>
        </p:nvSpPr>
        <p:spPr>
          <a:xfrm>
            <a:off x="5454089" y="77076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1140" name="Google Shape;1140;p26"/>
          <p:cNvSpPr txBox="1"/>
          <p:nvPr/>
        </p:nvSpPr>
        <p:spPr>
          <a:xfrm>
            <a:off x="6372837" y="766387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141" name="Google Shape;1141;p26"/>
          <p:cNvSpPr txBox="1"/>
          <p:nvPr/>
        </p:nvSpPr>
        <p:spPr>
          <a:xfrm>
            <a:off x="7286847" y="76201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142" name="Google Shape;1142;p26"/>
          <p:cNvSpPr txBox="1"/>
          <p:nvPr/>
        </p:nvSpPr>
        <p:spPr>
          <a:xfrm>
            <a:off x="8134737" y="76201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143" name="Google Shape;1143;p26"/>
          <p:cNvSpPr txBox="1"/>
          <p:nvPr/>
        </p:nvSpPr>
        <p:spPr>
          <a:xfrm>
            <a:off x="9049568" y="77744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144" name="Google Shape;1144;p26"/>
          <p:cNvSpPr/>
          <p:nvPr/>
        </p:nvSpPr>
        <p:spPr>
          <a:xfrm>
            <a:off x="4488660" y="117057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45" name="Google Shape;1145;p26"/>
          <p:cNvSpPr/>
          <p:nvPr/>
        </p:nvSpPr>
        <p:spPr>
          <a:xfrm>
            <a:off x="5454089" y="11683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46" name="Google Shape;1146;p26"/>
          <p:cNvSpPr/>
          <p:nvPr/>
        </p:nvSpPr>
        <p:spPr>
          <a:xfrm>
            <a:off x="6373006" y="11694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47" name="Google Shape;1147;p26"/>
          <p:cNvSpPr/>
          <p:nvPr/>
        </p:nvSpPr>
        <p:spPr>
          <a:xfrm>
            <a:off x="7321687" y="11622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48" name="Google Shape;1148;p26"/>
          <p:cNvSpPr/>
          <p:nvPr/>
        </p:nvSpPr>
        <p:spPr>
          <a:xfrm>
            <a:off x="8240604" y="116332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149" name="Google Shape;1149;p26"/>
          <p:cNvSpPr/>
          <p:nvPr/>
        </p:nvSpPr>
        <p:spPr>
          <a:xfrm>
            <a:off x="9206033" y="116110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150" name="Google Shape;1150;p26"/>
          <p:cNvSpPr/>
          <p:nvPr/>
        </p:nvSpPr>
        <p:spPr>
          <a:xfrm>
            <a:off x="10124950" y="11622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151" name="Google Shape;1151;p26"/>
          <p:cNvSpPr txBox="1"/>
          <p:nvPr/>
        </p:nvSpPr>
        <p:spPr>
          <a:xfrm>
            <a:off x="9960886" y="7609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152" name="Google Shape;1152;p26"/>
          <p:cNvSpPr/>
          <p:nvPr/>
        </p:nvSpPr>
        <p:spPr>
          <a:xfrm>
            <a:off x="11048129" y="115495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53" name="Google Shape;1153;p26"/>
          <p:cNvSpPr txBox="1"/>
          <p:nvPr/>
        </p:nvSpPr>
        <p:spPr>
          <a:xfrm>
            <a:off x="11090618" y="753645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154" name="Google Shape;1154;p26"/>
          <p:cNvSpPr/>
          <p:nvPr/>
        </p:nvSpPr>
        <p:spPr>
          <a:xfrm>
            <a:off x="3567697" y="117783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155" name="Google Shape;1155;p26"/>
          <p:cNvSpPr txBox="1"/>
          <p:nvPr/>
        </p:nvSpPr>
        <p:spPr>
          <a:xfrm>
            <a:off x="2763109" y="476507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26"/>
          <p:cNvSpPr txBox="1"/>
          <p:nvPr/>
        </p:nvSpPr>
        <p:spPr>
          <a:xfrm>
            <a:off x="3326613" y="321489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157" name="Google Shape;1157;p26"/>
          <p:cNvSpPr txBox="1"/>
          <p:nvPr/>
        </p:nvSpPr>
        <p:spPr>
          <a:xfrm>
            <a:off x="4392102" y="3193885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158" name="Google Shape;1158;p26"/>
          <p:cNvSpPr txBox="1"/>
          <p:nvPr/>
        </p:nvSpPr>
        <p:spPr>
          <a:xfrm>
            <a:off x="5359746" y="3172876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1159" name="Google Shape;1159;p26"/>
          <p:cNvSpPr txBox="1"/>
          <p:nvPr/>
        </p:nvSpPr>
        <p:spPr>
          <a:xfrm>
            <a:off x="6278494" y="3168502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160" name="Google Shape;1160;p26"/>
          <p:cNvSpPr txBox="1"/>
          <p:nvPr/>
        </p:nvSpPr>
        <p:spPr>
          <a:xfrm>
            <a:off x="7192504" y="3164128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161" name="Google Shape;1161;p26"/>
          <p:cNvSpPr txBox="1"/>
          <p:nvPr/>
        </p:nvSpPr>
        <p:spPr>
          <a:xfrm>
            <a:off x="8040394" y="316412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162" name="Google Shape;1162;p26"/>
          <p:cNvSpPr txBox="1"/>
          <p:nvPr/>
        </p:nvSpPr>
        <p:spPr>
          <a:xfrm>
            <a:off x="8955225" y="3179561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163" name="Google Shape;1163;p26"/>
          <p:cNvSpPr/>
          <p:nvPr/>
        </p:nvSpPr>
        <p:spPr>
          <a:xfrm>
            <a:off x="4394317" y="357269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64" name="Google Shape;1164;p26"/>
          <p:cNvSpPr/>
          <p:nvPr/>
        </p:nvSpPr>
        <p:spPr>
          <a:xfrm>
            <a:off x="5359746" y="357047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65" name="Google Shape;1165;p26"/>
          <p:cNvSpPr/>
          <p:nvPr/>
        </p:nvSpPr>
        <p:spPr>
          <a:xfrm>
            <a:off x="6278663" y="357158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166" name="Google Shape;1166;p26"/>
          <p:cNvSpPr/>
          <p:nvPr/>
        </p:nvSpPr>
        <p:spPr>
          <a:xfrm>
            <a:off x="7227344" y="356432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67" name="Google Shape;1167;p26"/>
          <p:cNvSpPr/>
          <p:nvPr/>
        </p:nvSpPr>
        <p:spPr>
          <a:xfrm>
            <a:off x="8146261" y="356543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168" name="Google Shape;1168;p26"/>
          <p:cNvSpPr/>
          <p:nvPr/>
        </p:nvSpPr>
        <p:spPr>
          <a:xfrm>
            <a:off x="9111690" y="356321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169" name="Google Shape;1169;p26"/>
          <p:cNvSpPr/>
          <p:nvPr/>
        </p:nvSpPr>
        <p:spPr>
          <a:xfrm>
            <a:off x="10030607" y="356432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170" name="Google Shape;1170;p26"/>
          <p:cNvSpPr txBox="1"/>
          <p:nvPr/>
        </p:nvSpPr>
        <p:spPr>
          <a:xfrm>
            <a:off x="9866543" y="316301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171" name="Google Shape;1171;p26"/>
          <p:cNvSpPr/>
          <p:nvPr/>
        </p:nvSpPr>
        <p:spPr>
          <a:xfrm>
            <a:off x="10953786" y="35570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72" name="Google Shape;1172;p26"/>
          <p:cNvSpPr txBox="1"/>
          <p:nvPr/>
        </p:nvSpPr>
        <p:spPr>
          <a:xfrm>
            <a:off x="10996275" y="3155760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173" name="Google Shape;1173;p26"/>
          <p:cNvSpPr/>
          <p:nvPr/>
        </p:nvSpPr>
        <p:spPr>
          <a:xfrm>
            <a:off x="3473354" y="357995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cxnSp>
        <p:nvCxnSpPr>
          <p:cNvPr id="1174" name="Google Shape;1174;p26"/>
          <p:cNvCxnSpPr/>
          <p:nvPr/>
        </p:nvCxnSpPr>
        <p:spPr>
          <a:xfrm flipH="1" rot="10800000">
            <a:off x="6973378" y="1560119"/>
            <a:ext cx="705873" cy="2322286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175" name="Google Shape;1175;p26"/>
          <p:cNvSpPr txBox="1"/>
          <p:nvPr/>
        </p:nvSpPr>
        <p:spPr>
          <a:xfrm>
            <a:off x="0" y="225083"/>
            <a:ext cx="3418449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27"/>
          <p:cNvSpPr txBox="1"/>
          <p:nvPr/>
        </p:nvSpPr>
        <p:spPr>
          <a:xfrm>
            <a:off x="3420956" y="81277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181" name="Google Shape;1181;p27"/>
          <p:cNvSpPr txBox="1"/>
          <p:nvPr/>
        </p:nvSpPr>
        <p:spPr>
          <a:xfrm>
            <a:off x="4486445" y="791770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182" name="Google Shape;1182;p27"/>
          <p:cNvSpPr txBox="1"/>
          <p:nvPr/>
        </p:nvSpPr>
        <p:spPr>
          <a:xfrm>
            <a:off x="5454089" y="77076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1183" name="Google Shape;1183;p27"/>
          <p:cNvSpPr txBox="1"/>
          <p:nvPr/>
        </p:nvSpPr>
        <p:spPr>
          <a:xfrm>
            <a:off x="6372837" y="766387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184" name="Google Shape;1184;p27"/>
          <p:cNvSpPr txBox="1"/>
          <p:nvPr/>
        </p:nvSpPr>
        <p:spPr>
          <a:xfrm>
            <a:off x="7286847" y="76201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185" name="Google Shape;1185;p27"/>
          <p:cNvSpPr txBox="1"/>
          <p:nvPr/>
        </p:nvSpPr>
        <p:spPr>
          <a:xfrm>
            <a:off x="8134737" y="76201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186" name="Google Shape;1186;p27"/>
          <p:cNvSpPr txBox="1"/>
          <p:nvPr/>
        </p:nvSpPr>
        <p:spPr>
          <a:xfrm>
            <a:off x="9049568" y="77744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187" name="Google Shape;1187;p27"/>
          <p:cNvSpPr/>
          <p:nvPr/>
        </p:nvSpPr>
        <p:spPr>
          <a:xfrm>
            <a:off x="4488660" y="117057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88" name="Google Shape;1188;p27"/>
          <p:cNvSpPr/>
          <p:nvPr/>
        </p:nvSpPr>
        <p:spPr>
          <a:xfrm>
            <a:off x="5454089" y="11683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89" name="Google Shape;1189;p27"/>
          <p:cNvSpPr/>
          <p:nvPr/>
        </p:nvSpPr>
        <p:spPr>
          <a:xfrm>
            <a:off x="6373006" y="11694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90" name="Google Shape;1190;p27"/>
          <p:cNvSpPr/>
          <p:nvPr/>
        </p:nvSpPr>
        <p:spPr>
          <a:xfrm>
            <a:off x="7321687" y="11622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91" name="Google Shape;1191;p27"/>
          <p:cNvSpPr/>
          <p:nvPr/>
        </p:nvSpPr>
        <p:spPr>
          <a:xfrm>
            <a:off x="8240604" y="116332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192" name="Google Shape;1192;p27"/>
          <p:cNvSpPr/>
          <p:nvPr/>
        </p:nvSpPr>
        <p:spPr>
          <a:xfrm>
            <a:off x="9206033" y="116110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193" name="Google Shape;1193;p27"/>
          <p:cNvSpPr/>
          <p:nvPr/>
        </p:nvSpPr>
        <p:spPr>
          <a:xfrm>
            <a:off x="10124950" y="11622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194" name="Google Shape;1194;p27"/>
          <p:cNvSpPr txBox="1"/>
          <p:nvPr/>
        </p:nvSpPr>
        <p:spPr>
          <a:xfrm>
            <a:off x="9960886" y="7609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195" name="Google Shape;1195;p27"/>
          <p:cNvSpPr/>
          <p:nvPr/>
        </p:nvSpPr>
        <p:spPr>
          <a:xfrm>
            <a:off x="11048129" y="115495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96" name="Google Shape;1196;p27"/>
          <p:cNvSpPr txBox="1"/>
          <p:nvPr/>
        </p:nvSpPr>
        <p:spPr>
          <a:xfrm>
            <a:off x="11090618" y="753645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197" name="Google Shape;1197;p27"/>
          <p:cNvSpPr/>
          <p:nvPr/>
        </p:nvSpPr>
        <p:spPr>
          <a:xfrm>
            <a:off x="3567697" y="117783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198" name="Google Shape;1198;p27"/>
          <p:cNvSpPr txBox="1"/>
          <p:nvPr/>
        </p:nvSpPr>
        <p:spPr>
          <a:xfrm>
            <a:off x="2763109" y="476507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27"/>
          <p:cNvSpPr txBox="1"/>
          <p:nvPr/>
        </p:nvSpPr>
        <p:spPr>
          <a:xfrm>
            <a:off x="3326613" y="321489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200" name="Google Shape;1200;p27"/>
          <p:cNvSpPr txBox="1"/>
          <p:nvPr/>
        </p:nvSpPr>
        <p:spPr>
          <a:xfrm>
            <a:off x="4392102" y="3193885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201" name="Google Shape;1201;p27"/>
          <p:cNvSpPr txBox="1"/>
          <p:nvPr/>
        </p:nvSpPr>
        <p:spPr>
          <a:xfrm>
            <a:off x="5359746" y="3172876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1202" name="Google Shape;1202;p27"/>
          <p:cNvSpPr txBox="1"/>
          <p:nvPr/>
        </p:nvSpPr>
        <p:spPr>
          <a:xfrm>
            <a:off x="6278494" y="3168502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203" name="Google Shape;1203;p27"/>
          <p:cNvSpPr txBox="1"/>
          <p:nvPr/>
        </p:nvSpPr>
        <p:spPr>
          <a:xfrm>
            <a:off x="7192504" y="3164128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204" name="Google Shape;1204;p27"/>
          <p:cNvSpPr txBox="1"/>
          <p:nvPr/>
        </p:nvSpPr>
        <p:spPr>
          <a:xfrm>
            <a:off x="8040394" y="316412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205" name="Google Shape;1205;p27"/>
          <p:cNvSpPr txBox="1"/>
          <p:nvPr/>
        </p:nvSpPr>
        <p:spPr>
          <a:xfrm>
            <a:off x="8955225" y="3179561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206" name="Google Shape;1206;p27"/>
          <p:cNvSpPr/>
          <p:nvPr/>
        </p:nvSpPr>
        <p:spPr>
          <a:xfrm>
            <a:off x="4394317" y="357269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07" name="Google Shape;1207;p27"/>
          <p:cNvSpPr/>
          <p:nvPr/>
        </p:nvSpPr>
        <p:spPr>
          <a:xfrm>
            <a:off x="5359746" y="357047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08" name="Google Shape;1208;p27"/>
          <p:cNvSpPr/>
          <p:nvPr/>
        </p:nvSpPr>
        <p:spPr>
          <a:xfrm>
            <a:off x="6278663" y="357158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09" name="Google Shape;1209;p27"/>
          <p:cNvSpPr/>
          <p:nvPr/>
        </p:nvSpPr>
        <p:spPr>
          <a:xfrm>
            <a:off x="7227344" y="356432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10" name="Google Shape;1210;p27"/>
          <p:cNvSpPr/>
          <p:nvPr/>
        </p:nvSpPr>
        <p:spPr>
          <a:xfrm>
            <a:off x="8146261" y="356543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211" name="Google Shape;1211;p27"/>
          <p:cNvSpPr/>
          <p:nvPr/>
        </p:nvSpPr>
        <p:spPr>
          <a:xfrm>
            <a:off x="9111690" y="356321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212" name="Google Shape;1212;p27"/>
          <p:cNvSpPr/>
          <p:nvPr/>
        </p:nvSpPr>
        <p:spPr>
          <a:xfrm>
            <a:off x="10030607" y="356432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213" name="Google Shape;1213;p27"/>
          <p:cNvSpPr txBox="1"/>
          <p:nvPr/>
        </p:nvSpPr>
        <p:spPr>
          <a:xfrm>
            <a:off x="9866543" y="316301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214" name="Google Shape;1214;p27"/>
          <p:cNvSpPr/>
          <p:nvPr/>
        </p:nvSpPr>
        <p:spPr>
          <a:xfrm>
            <a:off x="10953786" y="35570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15" name="Google Shape;1215;p27"/>
          <p:cNvSpPr txBox="1"/>
          <p:nvPr/>
        </p:nvSpPr>
        <p:spPr>
          <a:xfrm>
            <a:off x="10996275" y="3155760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216" name="Google Shape;1216;p27"/>
          <p:cNvSpPr/>
          <p:nvPr/>
        </p:nvSpPr>
        <p:spPr>
          <a:xfrm>
            <a:off x="3473354" y="357995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cxnSp>
        <p:nvCxnSpPr>
          <p:cNvPr id="1217" name="Google Shape;1217;p27"/>
          <p:cNvCxnSpPr/>
          <p:nvPr/>
        </p:nvCxnSpPr>
        <p:spPr>
          <a:xfrm flipH="1" rot="10800000">
            <a:off x="6973378" y="1560119"/>
            <a:ext cx="705873" cy="2322286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18" name="Google Shape;1218;p27"/>
          <p:cNvCxnSpPr/>
          <p:nvPr/>
        </p:nvCxnSpPr>
        <p:spPr>
          <a:xfrm>
            <a:off x="7295932" y="2829007"/>
            <a:ext cx="310527" cy="1045029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19" name="Google Shape;1219;p27"/>
          <p:cNvSpPr txBox="1"/>
          <p:nvPr/>
        </p:nvSpPr>
        <p:spPr>
          <a:xfrm>
            <a:off x="0" y="225083"/>
            <a:ext cx="3418449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28"/>
          <p:cNvSpPr txBox="1"/>
          <p:nvPr/>
        </p:nvSpPr>
        <p:spPr>
          <a:xfrm>
            <a:off x="3420956" y="81277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225" name="Google Shape;1225;p28"/>
          <p:cNvSpPr txBox="1"/>
          <p:nvPr/>
        </p:nvSpPr>
        <p:spPr>
          <a:xfrm>
            <a:off x="4486445" y="791770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226" name="Google Shape;1226;p28"/>
          <p:cNvSpPr txBox="1"/>
          <p:nvPr/>
        </p:nvSpPr>
        <p:spPr>
          <a:xfrm>
            <a:off x="5454089" y="77076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1227" name="Google Shape;1227;p28"/>
          <p:cNvSpPr txBox="1"/>
          <p:nvPr/>
        </p:nvSpPr>
        <p:spPr>
          <a:xfrm>
            <a:off x="6372837" y="766387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228" name="Google Shape;1228;p28"/>
          <p:cNvSpPr txBox="1"/>
          <p:nvPr/>
        </p:nvSpPr>
        <p:spPr>
          <a:xfrm>
            <a:off x="7286847" y="76201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229" name="Google Shape;1229;p28"/>
          <p:cNvSpPr txBox="1"/>
          <p:nvPr/>
        </p:nvSpPr>
        <p:spPr>
          <a:xfrm>
            <a:off x="8134737" y="76201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230" name="Google Shape;1230;p28"/>
          <p:cNvSpPr txBox="1"/>
          <p:nvPr/>
        </p:nvSpPr>
        <p:spPr>
          <a:xfrm>
            <a:off x="9049568" y="77744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231" name="Google Shape;1231;p28"/>
          <p:cNvSpPr/>
          <p:nvPr/>
        </p:nvSpPr>
        <p:spPr>
          <a:xfrm>
            <a:off x="4488660" y="117057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32" name="Google Shape;1232;p28"/>
          <p:cNvSpPr/>
          <p:nvPr/>
        </p:nvSpPr>
        <p:spPr>
          <a:xfrm>
            <a:off x="5454089" y="11683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33" name="Google Shape;1233;p28"/>
          <p:cNvSpPr/>
          <p:nvPr/>
        </p:nvSpPr>
        <p:spPr>
          <a:xfrm>
            <a:off x="6373006" y="11694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34" name="Google Shape;1234;p28"/>
          <p:cNvSpPr/>
          <p:nvPr/>
        </p:nvSpPr>
        <p:spPr>
          <a:xfrm>
            <a:off x="7321687" y="11622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35" name="Google Shape;1235;p28"/>
          <p:cNvSpPr/>
          <p:nvPr/>
        </p:nvSpPr>
        <p:spPr>
          <a:xfrm>
            <a:off x="8240604" y="116332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236" name="Google Shape;1236;p28"/>
          <p:cNvSpPr/>
          <p:nvPr/>
        </p:nvSpPr>
        <p:spPr>
          <a:xfrm>
            <a:off x="9206033" y="116110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237" name="Google Shape;1237;p28"/>
          <p:cNvSpPr/>
          <p:nvPr/>
        </p:nvSpPr>
        <p:spPr>
          <a:xfrm>
            <a:off x="10124950" y="11622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238" name="Google Shape;1238;p28"/>
          <p:cNvSpPr txBox="1"/>
          <p:nvPr/>
        </p:nvSpPr>
        <p:spPr>
          <a:xfrm>
            <a:off x="9960886" y="7609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239" name="Google Shape;1239;p28"/>
          <p:cNvSpPr/>
          <p:nvPr/>
        </p:nvSpPr>
        <p:spPr>
          <a:xfrm>
            <a:off x="11048129" y="115495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40" name="Google Shape;1240;p28"/>
          <p:cNvSpPr txBox="1"/>
          <p:nvPr/>
        </p:nvSpPr>
        <p:spPr>
          <a:xfrm>
            <a:off x="11090618" y="753645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241" name="Google Shape;1241;p28"/>
          <p:cNvSpPr/>
          <p:nvPr/>
        </p:nvSpPr>
        <p:spPr>
          <a:xfrm>
            <a:off x="3567697" y="117783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242" name="Google Shape;1242;p28"/>
          <p:cNvSpPr txBox="1"/>
          <p:nvPr/>
        </p:nvSpPr>
        <p:spPr>
          <a:xfrm>
            <a:off x="2763109" y="476507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28"/>
          <p:cNvSpPr txBox="1"/>
          <p:nvPr/>
        </p:nvSpPr>
        <p:spPr>
          <a:xfrm>
            <a:off x="3326613" y="321489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244" name="Google Shape;1244;p28"/>
          <p:cNvSpPr txBox="1"/>
          <p:nvPr/>
        </p:nvSpPr>
        <p:spPr>
          <a:xfrm>
            <a:off x="4392102" y="3193885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245" name="Google Shape;1245;p28"/>
          <p:cNvSpPr txBox="1"/>
          <p:nvPr/>
        </p:nvSpPr>
        <p:spPr>
          <a:xfrm>
            <a:off x="5359746" y="3172876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1246" name="Google Shape;1246;p28"/>
          <p:cNvSpPr txBox="1"/>
          <p:nvPr/>
        </p:nvSpPr>
        <p:spPr>
          <a:xfrm>
            <a:off x="6278494" y="3168502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247" name="Google Shape;1247;p28"/>
          <p:cNvSpPr txBox="1"/>
          <p:nvPr/>
        </p:nvSpPr>
        <p:spPr>
          <a:xfrm>
            <a:off x="7192504" y="3164128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248" name="Google Shape;1248;p28"/>
          <p:cNvSpPr txBox="1"/>
          <p:nvPr/>
        </p:nvSpPr>
        <p:spPr>
          <a:xfrm>
            <a:off x="8040394" y="316412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249" name="Google Shape;1249;p28"/>
          <p:cNvSpPr txBox="1"/>
          <p:nvPr/>
        </p:nvSpPr>
        <p:spPr>
          <a:xfrm>
            <a:off x="8955225" y="3179561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250" name="Google Shape;1250;p28"/>
          <p:cNvSpPr/>
          <p:nvPr/>
        </p:nvSpPr>
        <p:spPr>
          <a:xfrm>
            <a:off x="4394317" y="357269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51" name="Google Shape;1251;p28"/>
          <p:cNvSpPr/>
          <p:nvPr/>
        </p:nvSpPr>
        <p:spPr>
          <a:xfrm>
            <a:off x="5359746" y="357047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52" name="Google Shape;1252;p28"/>
          <p:cNvSpPr/>
          <p:nvPr/>
        </p:nvSpPr>
        <p:spPr>
          <a:xfrm>
            <a:off x="6278663" y="357158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53" name="Google Shape;1253;p28"/>
          <p:cNvSpPr/>
          <p:nvPr/>
        </p:nvSpPr>
        <p:spPr>
          <a:xfrm>
            <a:off x="7227344" y="356432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54" name="Google Shape;1254;p28"/>
          <p:cNvSpPr/>
          <p:nvPr/>
        </p:nvSpPr>
        <p:spPr>
          <a:xfrm>
            <a:off x="8146261" y="356543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255" name="Google Shape;1255;p28"/>
          <p:cNvSpPr/>
          <p:nvPr/>
        </p:nvSpPr>
        <p:spPr>
          <a:xfrm>
            <a:off x="9111690" y="356321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256" name="Google Shape;1256;p28"/>
          <p:cNvSpPr/>
          <p:nvPr/>
        </p:nvSpPr>
        <p:spPr>
          <a:xfrm>
            <a:off x="10030607" y="356432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257" name="Google Shape;1257;p28"/>
          <p:cNvSpPr txBox="1"/>
          <p:nvPr/>
        </p:nvSpPr>
        <p:spPr>
          <a:xfrm>
            <a:off x="9866543" y="316301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258" name="Google Shape;1258;p28"/>
          <p:cNvSpPr/>
          <p:nvPr/>
        </p:nvSpPr>
        <p:spPr>
          <a:xfrm>
            <a:off x="10953786" y="35570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59" name="Google Shape;1259;p28"/>
          <p:cNvSpPr txBox="1"/>
          <p:nvPr/>
        </p:nvSpPr>
        <p:spPr>
          <a:xfrm>
            <a:off x="10996275" y="3155760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260" name="Google Shape;1260;p28"/>
          <p:cNvSpPr/>
          <p:nvPr/>
        </p:nvSpPr>
        <p:spPr>
          <a:xfrm>
            <a:off x="3473354" y="357995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cxnSp>
        <p:nvCxnSpPr>
          <p:cNvPr id="1261" name="Google Shape;1261;p28"/>
          <p:cNvCxnSpPr/>
          <p:nvPr/>
        </p:nvCxnSpPr>
        <p:spPr>
          <a:xfrm flipH="1" rot="10800000">
            <a:off x="7801614" y="1544495"/>
            <a:ext cx="705873" cy="2322286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262" name="Google Shape;1262;p28"/>
          <p:cNvSpPr txBox="1"/>
          <p:nvPr/>
        </p:nvSpPr>
        <p:spPr>
          <a:xfrm>
            <a:off x="0" y="225083"/>
            <a:ext cx="3418449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29"/>
          <p:cNvSpPr txBox="1"/>
          <p:nvPr/>
        </p:nvSpPr>
        <p:spPr>
          <a:xfrm>
            <a:off x="3420956" y="81277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268" name="Google Shape;1268;p29"/>
          <p:cNvSpPr txBox="1"/>
          <p:nvPr/>
        </p:nvSpPr>
        <p:spPr>
          <a:xfrm>
            <a:off x="4486445" y="791770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269" name="Google Shape;1269;p29"/>
          <p:cNvSpPr txBox="1"/>
          <p:nvPr/>
        </p:nvSpPr>
        <p:spPr>
          <a:xfrm>
            <a:off x="5454089" y="77076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1270" name="Google Shape;1270;p29"/>
          <p:cNvSpPr txBox="1"/>
          <p:nvPr/>
        </p:nvSpPr>
        <p:spPr>
          <a:xfrm>
            <a:off x="6372837" y="766387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271" name="Google Shape;1271;p29"/>
          <p:cNvSpPr txBox="1"/>
          <p:nvPr/>
        </p:nvSpPr>
        <p:spPr>
          <a:xfrm>
            <a:off x="7286847" y="76201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272" name="Google Shape;1272;p29"/>
          <p:cNvSpPr txBox="1"/>
          <p:nvPr/>
        </p:nvSpPr>
        <p:spPr>
          <a:xfrm>
            <a:off x="8134737" y="76201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273" name="Google Shape;1273;p29"/>
          <p:cNvSpPr txBox="1"/>
          <p:nvPr/>
        </p:nvSpPr>
        <p:spPr>
          <a:xfrm>
            <a:off x="9049568" y="77744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274" name="Google Shape;1274;p29"/>
          <p:cNvSpPr/>
          <p:nvPr/>
        </p:nvSpPr>
        <p:spPr>
          <a:xfrm>
            <a:off x="4488660" y="117057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75" name="Google Shape;1275;p29"/>
          <p:cNvSpPr/>
          <p:nvPr/>
        </p:nvSpPr>
        <p:spPr>
          <a:xfrm>
            <a:off x="5454089" y="11683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76" name="Google Shape;1276;p29"/>
          <p:cNvSpPr/>
          <p:nvPr/>
        </p:nvSpPr>
        <p:spPr>
          <a:xfrm>
            <a:off x="6373006" y="11694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77" name="Google Shape;1277;p29"/>
          <p:cNvSpPr/>
          <p:nvPr/>
        </p:nvSpPr>
        <p:spPr>
          <a:xfrm>
            <a:off x="7321687" y="11622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78" name="Google Shape;1278;p29"/>
          <p:cNvSpPr/>
          <p:nvPr/>
        </p:nvSpPr>
        <p:spPr>
          <a:xfrm>
            <a:off x="8240604" y="116332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279" name="Google Shape;1279;p29"/>
          <p:cNvSpPr/>
          <p:nvPr/>
        </p:nvSpPr>
        <p:spPr>
          <a:xfrm>
            <a:off x="9206033" y="116110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280" name="Google Shape;1280;p29"/>
          <p:cNvSpPr/>
          <p:nvPr/>
        </p:nvSpPr>
        <p:spPr>
          <a:xfrm>
            <a:off x="10124950" y="11622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281" name="Google Shape;1281;p29"/>
          <p:cNvSpPr txBox="1"/>
          <p:nvPr/>
        </p:nvSpPr>
        <p:spPr>
          <a:xfrm>
            <a:off x="9960886" y="7609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282" name="Google Shape;1282;p29"/>
          <p:cNvSpPr/>
          <p:nvPr/>
        </p:nvSpPr>
        <p:spPr>
          <a:xfrm>
            <a:off x="11048129" y="115495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83" name="Google Shape;1283;p29"/>
          <p:cNvSpPr txBox="1"/>
          <p:nvPr/>
        </p:nvSpPr>
        <p:spPr>
          <a:xfrm>
            <a:off x="11090618" y="753645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284" name="Google Shape;1284;p29"/>
          <p:cNvSpPr/>
          <p:nvPr/>
        </p:nvSpPr>
        <p:spPr>
          <a:xfrm>
            <a:off x="3567697" y="117783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285" name="Google Shape;1285;p29"/>
          <p:cNvSpPr txBox="1"/>
          <p:nvPr/>
        </p:nvSpPr>
        <p:spPr>
          <a:xfrm>
            <a:off x="2763109" y="476507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29"/>
          <p:cNvSpPr txBox="1"/>
          <p:nvPr/>
        </p:nvSpPr>
        <p:spPr>
          <a:xfrm>
            <a:off x="3326613" y="321489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287" name="Google Shape;1287;p29"/>
          <p:cNvSpPr txBox="1"/>
          <p:nvPr/>
        </p:nvSpPr>
        <p:spPr>
          <a:xfrm>
            <a:off x="4392102" y="3193885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288" name="Google Shape;1288;p29"/>
          <p:cNvSpPr txBox="1"/>
          <p:nvPr/>
        </p:nvSpPr>
        <p:spPr>
          <a:xfrm>
            <a:off x="5359746" y="3172876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1289" name="Google Shape;1289;p29"/>
          <p:cNvSpPr txBox="1"/>
          <p:nvPr/>
        </p:nvSpPr>
        <p:spPr>
          <a:xfrm>
            <a:off x="6278494" y="3168502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290" name="Google Shape;1290;p29"/>
          <p:cNvSpPr txBox="1"/>
          <p:nvPr/>
        </p:nvSpPr>
        <p:spPr>
          <a:xfrm>
            <a:off x="7192504" y="3164128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291" name="Google Shape;1291;p29"/>
          <p:cNvSpPr txBox="1"/>
          <p:nvPr/>
        </p:nvSpPr>
        <p:spPr>
          <a:xfrm>
            <a:off x="8040394" y="316412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292" name="Google Shape;1292;p29"/>
          <p:cNvSpPr txBox="1"/>
          <p:nvPr/>
        </p:nvSpPr>
        <p:spPr>
          <a:xfrm>
            <a:off x="8955225" y="3179561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293" name="Google Shape;1293;p29"/>
          <p:cNvSpPr/>
          <p:nvPr/>
        </p:nvSpPr>
        <p:spPr>
          <a:xfrm>
            <a:off x="4394317" y="357269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94" name="Google Shape;1294;p29"/>
          <p:cNvSpPr/>
          <p:nvPr/>
        </p:nvSpPr>
        <p:spPr>
          <a:xfrm>
            <a:off x="5359746" y="357047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95" name="Google Shape;1295;p29"/>
          <p:cNvSpPr/>
          <p:nvPr/>
        </p:nvSpPr>
        <p:spPr>
          <a:xfrm>
            <a:off x="6278663" y="357158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96" name="Google Shape;1296;p29"/>
          <p:cNvSpPr/>
          <p:nvPr/>
        </p:nvSpPr>
        <p:spPr>
          <a:xfrm>
            <a:off x="7227344" y="356432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97" name="Google Shape;1297;p29"/>
          <p:cNvSpPr/>
          <p:nvPr/>
        </p:nvSpPr>
        <p:spPr>
          <a:xfrm>
            <a:off x="8146261" y="356543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98" name="Google Shape;1298;p29"/>
          <p:cNvSpPr/>
          <p:nvPr/>
        </p:nvSpPr>
        <p:spPr>
          <a:xfrm>
            <a:off x="9111690" y="356321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299" name="Google Shape;1299;p29"/>
          <p:cNvSpPr/>
          <p:nvPr/>
        </p:nvSpPr>
        <p:spPr>
          <a:xfrm>
            <a:off x="10030607" y="356432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300" name="Google Shape;1300;p29"/>
          <p:cNvSpPr txBox="1"/>
          <p:nvPr/>
        </p:nvSpPr>
        <p:spPr>
          <a:xfrm>
            <a:off x="9866543" y="316301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301" name="Google Shape;1301;p29"/>
          <p:cNvSpPr/>
          <p:nvPr/>
        </p:nvSpPr>
        <p:spPr>
          <a:xfrm>
            <a:off x="10953786" y="35570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02" name="Google Shape;1302;p29"/>
          <p:cNvSpPr txBox="1"/>
          <p:nvPr/>
        </p:nvSpPr>
        <p:spPr>
          <a:xfrm>
            <a:off x="10996275" y="3155760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303" name="Google Shape;1303;p29"/>
          <p:cNvSpPr/>
          <p:nvPr/>
        </p:nvSpPr>
        <p:spPr>
          <a:xfrm>
            <a:off x="3473354" y="357995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cxnSp>
        <p:nvCxnSpPr>
          <p:cNvPr id="1304" name="Google Shape;1304;p29"/>
          <p:cNvCxnSpPr/>
          <p:nvPr/>
        </p:nvCxnSpPr>
        <p:spPr>
          <a:xfrm flipH="1" rot="10800000">
            <a:off x="7801614" y="1544495"/>
            <a:ext cx="705873" cy="2322286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05" name="Google Shape;1305;p29"/>
          <p:cNvCxnSpPr/>
          <p:nvPr/>
        </p:nvCxnSpPr>
        <p:spPr>
          <a:xfrm>
            <a:off x="8135960" y="2705638"/>
            <a:ext cx="310527" cy="1045029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06" name="Google Shape;1306;p29"/>
          <p:cNvSpPr txBox="1"/>
          <p:nvPr/>
        </p:nvSpPr>
        <p:spPr>
          <a:xfrm>
            <a:off x="0" y="225083"/>
            <a:ext cx="3418449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30"/>
          <p:cNvSpPr txBox="1"/>
          <p:nvPr/>
        </p:nvSpPr>
        <p:spPr>
          <a:xfrm>
            <a:off x="3420956" y="81277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312" name="Google Shape;1312;p30"/>
          <p:cNvSpPr txBox="1"/>
          <p:nvPr/>
        </p:nvSpPr>
        <p:spPr>
          <a:xfrm>
            <a:off x="4486445" y="791770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313" name="Google Shape;1313;p30"/>
          <p:cNvSpPr txBox="1"/>
          <p:nvPr/>
        </p:nvSpPr>
        <p:spPr>
          <a:xfrm>
            <a:off x="5454089" y="77076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1314" name="Google Shape;1314;p30"/>
          <p:cNvSpPr txBox="1"/>
          <p:nvPr/>
        </p:nvSpPr>
        <p:spPr>
          <a:xfrm>
            <a:off x="6372837" y="766387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315" name="Google Shape;1315;p30"/>
          <p:cNvSpPr txBox="1"/>
          <p:nvPr/>
        </p:nvSpPr>
        <p:spPr>
          <a:xfrm>
            <a:off x="7286847" y="76201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316" name="Google Shape;1316;p30"/>
          <p:cNvSpPr txBox="1"/>
          <p:nvPr/>
        </p:nvSpPr>
        <p:spPr>
          <a:xfrm>
            <a:off x="8134737" y="76201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317" name="Google Shape;1317;p30"/>
          <p:cNvSpPr txBox="1"/>
          <p:nvPr/>
        </p:nvSpPr>
        <p:spPr>
          <a:xfrm>
            <a:off x="9049568" y="77744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318" name="Google Shape;1318;p30"/>
          <p:cNvSpPr/>
          <p:nvPr/>
        </p:nvSpPr>
        <p:spPr>
          <a:xfrm>
            <a:off x="4488660" y="117057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19" name="Google Shape;1319;p30"/>
          <p:cNvSpPr/>
          <p:nvPr/>
        </p:nvSpPr>
        <p:spPr>
          <a:xfrm>
            <a:off x="5454089" y="11683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20" name="Google Shape;1320;p30"/>
          <p:cNvSpPr/>
          <p:nvPr/>
        </p:nvSpPr>
        <p:spPr>
          <a:xfrm>
            <a:off x="6373006" y="11694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21" name="Google Shape;1321;p30"/>
          <p:cNvSpPr/>
          <p:nvPr/>
        </p:nvSpPr>
        <p:spPr>
          <a:xfrm>
            <a:off x="7321687" y="11622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22" name="Google Shape;1322;p30"/>
          <p:cNvSpPr/>
          <p:nvPr/>
        </p:nvSpPr>
        <p:spPr>
          <a:xfrm>
            <a:off x="8240604" y="116332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323" name="Google Shape;1323;p30"/>
          <p:cNvSpPr/>
          <p:nvPr/>
        </p:nvSpPr>
        <p:spPr>
          <a:xfrm>
            <a:off x="9206033" y="116110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324" name="Google Shape;1324;p30"/>
          <p:cNvSpPr/>
          <p:nvPr/>
        </p:nvSpPr>
        <p:spPr>
          <a:xfrm>
            <a:off x="10124950" y="11622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325" name="Google Shape;1325;p30"/>
          <p:cNvSpPr txBox="1"/>
          <p:nvPr/>
        </p:nvSpPr>
        <p:spPr>
          <a:xfrm>
            <a:off x="9960886" y="7609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326" name="Google Shape;1326;p30"/>
          <p:cNvSpPr/>
          <p:nvPr/>
        </p:nvSpPr>
        <p:spPr>
          <a:xfrm>
            <a:off x="11048129" y="115495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27" name="Google Shape;1327;p30"/>
          <p:cNvSpPr txBox="1"/>
          <p:nvPr/>
        </p:nvSpPr>
        <p:spPr>
          <a:xfrm>
            <a:off x="11090618" y="753645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328" name="Google Shape;1328;p30"/>
          <p:cNvSpPr/>
          <p:nvPr/>
        </p:nvSpPr>
        <p:spPr>
          <a:xfrm>
            <a:off x="3567697" y="117783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329" name="Google Shape;1329;p30"/>
          <p:cNvSpPr txBox="1"/>
          <p:nvPr/>
        </p:nvSpPr>
        <p:spPr>
          <a:xfrm>
            <a:off x="2763109" y="476507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30"/>
          <p:cNvSpPr txBox="1"/>
          <p:nvPr/>
        </p:nvSpPr>
        <p:spPr>
          <a:xfrm>
            <a:off x="3326613" y="321489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331" name="Google Shape;1331;p30"/>
          <p:cNvSpPr txBox="1"/>
          <p:nvPr/>
        </p:nvSpPr>
        <p:spPr>
          <a:xfrm>
            <a:off x="4392102" y="3193885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332" name="Google Shape;1332;p30"/>
          <p:cNvSpPr txBox="1"/>
          <p:nvPr/>
        </p:nvSpPr>
        <p:spPr>
          <a:xfrm>
            <a:off x="5359746" y="3172876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1333" name="Google Shape;1333;p30"/>
          <p:cNvSpPr txBox="1"/>
          <p:nvPr/>
        </p:nvSpPr>
        <p:spPr>
          <a:xfrm>
            <a:off x="6278494" y="3168502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334" name="Google Shape;1334;p30"/>
          <p:cNvSpPr txBox="1"/>
          <p:nvPr/>
        </p:nvSpPr>
        <p:spPr>
          <a:xfrm>
            <a:off x="7192504" y="3164128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335" name="Google Shape;1335;p30"/>
          <p:cNvSpPr txBox="1"/>
          <p:nvPr/>
        </p:nvSpPr>
        <p:spPr>
          <a:xfrm>
            <a:off x="8040394" y="316412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336" name="Google Shape;1336;p30"/>
          <p:cNvSpPr txBox="1"/>
          <p:nvPr/>
        </p:nvSpPr>
        <p:spPr>
          <a:xfrm>
            <a:off x="8955225" y="3179561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337" name="Google Shape;1337;p30"/>
          <p:cNvSpPr/>
          <p:nvPr/>
        </p:nvSpPr>
        <p:spPr>
          <a:xfrm>
            <a:off x="4394317" y="357269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38" name="Google Shape;1338;p30"/>
          <p:cNvSpPr/>
          <p:nvPr/>
        </p:nvSpPr>
        <p:spPr>
          <a:xfrm>
            <a:off x="5359746" y="357047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39" name="Google Shape;1339;p30"/>
          <p:cNvSpPr/>
          <p:nvPr/>
        </p:nvSpPr>
        <p:spPr>
          <a:xfrm>
            <a:off x="6278663" y="357158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340" name="Google Shape;1340;p30"/>
          <p:cNvSpPr/>
          <p:nvPr/>
        </p:nvSpPr>
        <p:spPr>
          <a:xfrm>
            <a:off x="7227344" y="356432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341" name="Google Shape;1341;p30"/>
          <p:cNvSpPr/>
          <p:nvPr/>
        </p:nvSpPr>
        <p:spPr>
          <a:xfrm>
            <a:off x="8146261" y="356543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342" name="Google Shape;1342;p30"/>
          <p:cNvSpPr/>
          <p:nvPr/>
        </p:nvSpPr>
        <p:spPr>
          <a:xfrm>
            <a:off x="9111690" y="356321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343" name="Google Shape;1343;p30"/>
          <p:cNvSpPr/>
          <p:nvPr/>
        </p:nvSpPr>
        <p:spPr>
          <a:xfrm>
            <a:off x="10030607" y="356432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344" name="Google Shape;1344;p30"/>
          <p:cNvSpPr txBox="1"/>
          <p:nvPr/>
        </p:nvSpPr>
        <p:spPr>
          <a:xfrm>
            <a:off x="9866543" y="316301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345" name="Google Shape;1345;p30"/>
          <p:cNvSpPr/>
          <p:nvPr/>
        </p:nvSpPr>
        <p:spPr>
          <a:xfrm>
            <a:off x="10953786" y="35570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46" name="Google Shape;1346;p30"/>
          <p:cNvSpPr txBox="1"/>
          <p:nvPr/>
        </p:nvSpPr>
        <p:spPr>
          <a:xfrm>
            <a:off x="10996275" y="3155760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347" name="Google Shape;1347;p30"/>
          <p:cNvSpPr/>
          <p:nvPr/>
        </p:nvSpPr>
        <p:spPr>
          <a:xfrm>
            <a:off x="3473354" y="357995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cxnSp>
        <p:nvCxnSpPr>
          <p:cNvPr id="1348" name="Google Shape;1348;p30"/>
          <p:cNvCxnSpPr/>
          <p:nvPr/>
        </p:nvCxnSpPr>
        <p:spPr>
          <a:xfrm flipH="1" rot="10800000">
            <a:off x="8729951" y="1580670"/>
            <a:ext cx="705873" cy="2322286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49" name="Google Shape;1349;p30"/>
          <p:cNvCxnSpPr/>
          <p:nvPr/>
        </p:nvCxnSpPr>
        <p:spPr>
          <a:xfrm>
            <a:off x="9050769" y="2857927"/>
            <a:ext cx="310527" cy="1045029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50" name="Google Shape;1350;p30"/>
          <p:cNvSpPr txBox="1"/>
          <p:nvPr/>
        </p:nvSpPr>
        <p:spPr>
          <a:xfrm>
            <a:off x="0" y="225083"/>
            <a:ext cx="3418449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31"/>
          <p:cNvSpPr txBox="1"/>
          <p:nvPr/>
        </p:nvSpPr>
        <p:spPr>
          <a:xfrm>
            <a:off x="3420956" y="81277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356" name="Google Shape;1356;p31"/>
          <p:cNvSpPr txBox="1"/>
          <p:nvPr/>
        </p:nvSpPr>
        <p:spPr>
          <a:xfrm>
            <a:off x="4486445" y="791770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357" name="Google Shape;1357;p31"/>
          <p:cNvSpPr txBox="1"/>
          <p:nvPr/>
        </p:nvSpPr>
        <p:spPr>
          <a:xfrm>
            <a:off x="5454089" y="77076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1358" name="Google Shape;1358;p31"/>
          <p:cNvSpPr txBox="1"/>
          <p:nvPr/>
        </p:nvSpPr>
        <p:spPr>
          <a:xfrm>
            <a:off x="6372837" y="766387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359" name="Google Shape;1359;p31"/>
          <p:cNvSpPr txBox="1"/>
          <p:nvPr/>
        </p:nvSpPr>
        <p:spPr>
          <a:xfrm>
            <a:off x="7286847" y="76201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360" name="Google Shape;1360;p31"/>
          <p:cNvSpPr txBox="1"/>
          <p:nvPr/>
        </p:nvSpPr>
        <p:spPr>
          <a:xfrm>
            <a:off x="8134737" y="76201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361" name="Google Shape;1361;p31"/>
          <p:cNvSpPr txBox="1"/>
          <p:nvPr/>
        </p:nvSpPr>
        <p:spPr>
          <a:xfrm>
            <a:off x="9049568" y="77744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362" name="Google Shape;1362;p31"/>
          <p:cNvSpPr/>
          <p:nvPr/>
        </p:nvSpPr>
        <p:spPr>
          <a:xfrm>
            <a:off x="4488660" y="117057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63" name="Google Shape;1363;p31"/>
          <p:cNvSpPr/>
          <p:nvPr/>
        </p:nvSpPr>
        <p:spPr>
          <a:xfrm>
            <a:off x="5454089" y="11683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64" name="Google Shape;1364;p31"/>
          <p:cNvSpPr/>
          <p:nvPr/>
        </p:nvSpPr>
        <p:spPr>
          <a:xfrm>
            <a:off x="6373006" y="11694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65" name="Google Shape;1365;p31"/>
          <p:cNvSpPr/>
          <p:nvPr/>
        </p:nvSpPr>
        <p:spPr>
          <a:xfrm>
            <a:off x="7321687" y="11622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66" name="Google Shape;1366;p31"/>
          <p:cNvSpPr/>
          <p:nvPr/>
        </p:nvSpPr>
        <p:spPr>
          <a:xfrm>
            <a:off x="8240604" y="116332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367" name="Google Shape;1367;p31"/>
          <p:cNvSpPr/>
          <p:nvPr/>
        </p:nvSpPr>
        <p:spPr>
          <a:xfrm>
            <a:off x="9206033" y="116110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368" name="Google Shape;1368;p31"/>
          <p:cNvSpPr/>
          <p:nvPr/>
        </p:nvSpPr>
        <p:spPr>
          <a:xfrm>
            <a:off x="10124950" y="11622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369" name="Google Shape;1369;p31"/>
          <p:cNvSpPr txBox="1"/>
          <p:nvPr/>
        </p:nvSpPr>
        <p:spPr>
          <a:xfrm>
            <a:off x="9960886" y="7609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370" name="Google Shape;1370;p31"/>
          <p:cNvSpPr/>
          <p:nvPr/>
        </p:nvSpPr>
        <p:spPr>
          <a:xfrm>
            <a:off x="11048129" y="115495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71" name="Google Shape;1371;p31"/>
          <p:cNvSpPr txBox="1"/>
          <p:nvPr/>
        </p:nvSpPr>
        <p:spPr>
          <a:xfrm>
            <a:off x="11090618" y="753645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372" name="Google Shape;1372;p31"/>
          <p:cNvSpPr/>
          <p:nvPr/>
        </p:nvSpPr>
        <p:spPr>
          <a:xfrm>
            <a:off x="3567697" y="117783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373" name="Google Shape;1373;p31"/>
          <p:cNvSpPr txBox="1"/>
          <p:nvPr/>
        </p:nvSpPr>
        <p:spPr>
          <a:xfrm>
            <a:off x="2763109" y="476507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31"/>
          <p:cNvSpPr txBox="1"/>
          <p:nvPr/>
        </p:nvSpPr>
        <p:spPr>
          <a:xfrm>
            <a:off x="3326613" y="321489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375" name="Google Shape;1375;p31"/>
          <p:cNvSpPr txBox="1"/>
          <p:nvPr/>
        </p:nvSpPr>
        <p:spPr>
          <a:xfrm>
            <a:off x="4392102" y="3193885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376" name="Google Shape;1376;p31"/>
          <p:cNvSpPr txBox="1"/>
          <p:nvPr/>
        </p:nvSpPr>
        <p:spPr>
          <a:xfrm>
            <a:off x="5359746" y="3172876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1377" name="Google Shape;1377;p31"/>
          <p:cNvSpPr txBox="1"/>
          <p:nvPr/>
        </p:nvSpPr>
        <p:spPr>
          <a:xfrm>
            <a:off x="6278494" y="3168502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378" name="Google Shape;1378;p31"/>
          <p:cNvSpPr txBox="1"/>
          <p:nvPr/>
        </p:nvSpPr>
        <p:spPr>
          <a:xfrm>
            <a:off x="7192504" y="3164128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379" name="Google Shape;1379;p31"/>
          <p:cNvSpPr txBox="1"/>
          <p:nvPr/>
        </p:nvSpPr>
        <p:spPr>
          <a:xfrm>
            <a:off x="8040394" y="316412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380" name="Google Shape;1380;p31"/>
          <p:cNvSpPr txBox="1"/>
          <p:nvPr/>
        </p:nvSpPr>
        <p:spPr>
          <a:xfrm>
            <a:off x="8955225" y="3179561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381" name="Google Shape;1381;p31"/>
          <p:cNvSpPr/>
          <p:nvPr/>
        </p:nvSpPr>
        <p:spPr>
          <a:xfrm>
            <a:off x="4394317" y="357269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82" name="Google Shape;1382;p31"/>
          <p:cNvSpPr/>
          <p:nvPr/>
        </p:nvSpPr>
        <p:spPr>
          <a:xfrm>
            <a:off x="5359746" y="357047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83" name="Google Shape;1383;p31"/>
          <p:cNvSpPr/>
          <p:nvPr/>
        </p:nvSpPr>
        <p:spPr>
          <a:xfrm>
            <a:off x="6278663" y="357158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384" name="Google Shape;1384;p31"/>
          <p:cNvSpPr/>
          <p:nvPr/>
        </p:nvSpPr>
        <p:spPr>
          <a:xfrm>
            <a:off x="7227344" y="356432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385" name="Google Shape;1385;p31"/>
          <p:cNvSpPr/>
          <p:nvPr/>
        </p:nvSpPr>
        <p:spPr>
          <a:xfrm>
            <a:off x="8146261" y="356543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386" name="Google Shape;1386;p31"/>
          <p:cNvSpPr/>
          <p:nvPr/>
        </p:nvSpPr>
        <p:spPr>
          <a:xfrm>
            <a:off x="9111690" y="356321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387" name="Google Shape;1387;p31"/>
          <p:cNvSpPr/>
          <p:nvPr/>
        </p:nvSpPr>
        <p:spPr>
          <a:xfrm>
            <a:off x="10030607" y="356432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388" name="Google Shape;1388;p31"/>
          <p:cNvSpPr txBox="1"/>
          <p:nvPr/>
        </p:nvSpPr>
        <p:spPr>
          <a:xfrm>
            <a:off x="9866543" y="316301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389" name="Google Shape;1389;p31"/>
          <p:cNvSpPr/>
          <p:nvPr/>
        </p:nvSpPr>
        <p:spPr>
          <a:xfrm>
            <a:off x="10953786" y="35570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90" name="Google Shape;1390;p31"/>
          <p:cNvSpPr txBox="1"/>
          <p:nvPr/>
        </p:nvSpPr>
        <p:spPr>
          <a:xfrm>
            <a:off x="10996275" y="3155760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391" name="Google Shape;1391;p31"/>
          <p:cNvSpPr/>
          <p:nvPr/>
        </p:nvSpPr>
        <p:spPr>
          <a:xfrm>
            <a:off x="3473354" y="357995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cxnSp>
        <p:nvCxnSpPr>
          <p:cNvPr id="1392" name="Google Shape;1392;p31"/>
          <p:cNvCxnSpPr/>
          <p:nvPr/>
        </p:nvCxnSpPr>
        <p:spPr>
          <a:xfrm flipH="1" rot="10800000">
            <a:off x="9674595" y="1580670"/>
            <a:ext cx="705873" cy="2322286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93" name="Google Shape;1393;p31"/>
          <p:cNvCxnSpPr/>
          <p:nvPr/>
        </p:nvCxnSpPr>
        <p:spPr>
          <a:xfrm>
            <a:off x="10034869" y="2814493"/>
            <a:ext cx="310527" cy="1045029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94" name="Google Shape;1394;p31"/>
          <p:cNvSpPr txBox="1"/>
          <p:nvPr/>
        </p:nvSpPr>
        <p:spPr>
          <a:xfrm>
            <a:off x="0" y="225083"/>
            <a:ext cx="3418449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32"/>
          <p:cNvSpPr txBox="1"/>
          <p:nvPr/>
        </p:nvSpPr>
        <p:spPr>
          <a:xfrm>
            <a:off x="3420956" y="81277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400" name="Google Shape;1400;p32"/>
          <p:cNvSpPr txBox="1"/>
          <p:nvPr/>
        </p:nvSpPr>
        <p:spPr>
          <a:xfrm>
            <a:off x="4486445" y="791770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401" name="Google Shape;1401;p32"/>
          <p:cNvSpPr txBox="1"/>
          <p:nvPr/>
        </p:nvSpPr>
        <p:spPr>
          <a:xfrm>
            <a:off x="5454089" y="77076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1402" name="Google Shape;1402;p32"/>
          <p:cNvSpPr txBox="1"/>
          <p:nvPr/>
        </p:nvSpPr>
        <p:spPr>
          <a:xfrm>
            <a:off x="6372837" y="766387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403" name="Google Shape;1403;p32"/>
          <p:cNvSpPr txBox="1"/>
          <p:nvPr/>
        </p:nvSpPr>
        <p:spPr>
          <a:xfrm>
            <a:off x="7286847" y="76201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404" name="Google Shape;1404;p32"/>
          <p:cNvSpPr txBox="1"/>
          <p:nvPr/>
        </p:nvSpPr>
        <p:spPr>
          <a:xfrm>
            <a:off x="8134737" y="76201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405" name="Google Shape;1405;p32"/>
          <p:cNvSpPr txBox="1"/>
          <p:nvPr/>
        </p:nvSpPr>
        <p:spPr>
          <a:xfrm>
            <a:off x="9049568" y="77744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406" name="Google Shape;1406;p32"/>
          <p:cNvSpPr/>
          <p:nvPr/>
        </p:nvSpPr>
        <p:spPr>
          <a:xfrm>
            <a:off x="4488660" y="117057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07" name="Google Shape;1407;p32"/>
          <p:cNvSpPr/>
          <p:nvPr/>
        </p:nvSpPr>
        <p:spPr>
          <a:xfrm>
            <a:off x="5454089" y="11683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08" name="Google Shape;1408;p32"/>
          <p:cNvSpPr/>
          <p:nvPr/>
        </p:nvSpPr>
        <p:spPr>
          <a:xfrm>
            <a:off x="6373006" y="11694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09" name="Google Shape;1409;p32"/>
          <p:cNvSpPr/>
          <p:nvPr/>
        </p:nvSpPr>
        <p:spPr>
          <a:xfrm>
            <a:off x="7321687" y="11622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10" name="Google Shape;1410;p32"/>
          <p:cNvSpPr/>
          <p:nvPr/>
        </p:nvSpPr>
        <p:spPr>
          <a:xfrm>
            <a:off x="8240604" y="116332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411" name="Google Shape;1411;p32"/>
          <p:cNvSpPr/>
          <p:nvPr/>
        </p:nvSpPr>
        <p:spPr>
          <a:xfrm>
            <a:off x="9206033" y="116110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412" name="Google Shape;1412;p32"/>
          <p:cNvSpPr/>
          <p:nvPr/>
        </p:nvSpPr>
        <p:spPr>
          <a:xfrm>
            <a:off x="10124950" y="11622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413" name="Google Shape;1413;p32"/>
          <p:cNvSpPr txBox="1"/>
          <p:nvPr/>
        </p:nvSpPr>
        <p:spPr>
          <a:xfrm>
            <a:off x="9960886" y="7609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414" name="Google Shape;1414;p32"/>
          <p:cNvSpPr/>
          <p:nvPr/>
        </p:nvSpPr>
        <p:spPr>
          <a:xfrm>
            <a:off x="11048129" y="115495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15" name="Google Shape;1415;p32"/>
          <p:cNvSpPr txBox="1"/>
          <p:nvPr/>
        </p:nvSpPr>
        <p:spPr>
          <a:xfrm>
            <a:off x="11090618" y="753645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416" name="Google Shape;1416;p32"/>
          <p:cNvSpPr/>
          <p:nvPr/>
        </p:nvSpPr>
        <p:spPr>
          <a:xfrm>
            <a:off x="3567697" y="117783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417" name="Google Shape;1417;p32"/>
          <p:cNvSpPr txBox="1"/>
          <p:nvPr/>
        </p:nvSpPr>
        <p:spPr>
          <a:xfrm>
            <a:off x="2763109" y="476507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8" name="Google Shape;1418;p32"/>
          <p:cNvSpPr txBox="1"/>
          <p:nvPr/>
        </p:nvSpPr>
        <p:spPr>
          <a:xfrm>
            <a:off x="3326613" y="321489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419" name="Google Shape;1419;p32"/>
          <p:cNvSpPr txBox="1"/>
          <p:nvPr/>
        </p:nvSpPr>
        <p:spPr>
          <a:xfrm>
            <a:off x="4392102" y="3193885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420" name="Google Shape;1420;p32"/>
          <p:cNvSpPr txBox="1"/>
          <p:nvPr/>
        </p:nvSpPr>
        <p:spPr>
          <a:xfrm>
            <a:off x="5359746" y="3172876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1421" name="Google Shape;1421;p32"/>
          <p:cNvSpPr txBox="1"/>
          <p:nvPr/>
        </p:nvSpPr>
        <p:spPr>
          <a:xfrm>
            <a:off x="6278494" y="3168502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422" name="Google Shape;1422;p32"/>
          <p:cNvSpPr txBox="1"/>
          <p:nvPr/>
        </p:nvSpPr>
        <p:spPr>
          <a:xfrm>
            <a:off x="7192504" y="3164128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423" name="Google Shape;1423;p32"/>
          <p:cNvSpPr txBox="1"/>
          <p:nvPr/>
        </p:nvSpPr>
        <p:spPr>
          <a:xfrm>
            <a:off x="8040394" y="316412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424" name="Google Shape;1424;p32"/>
          <p:cNvSpPr txBox="1"/>
          <p:nvPr/>
        </p:nvSpPr>
        <p:spPr>
          <a:xfrm>
            <a:off x="8955225" y="3179561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425" name="Google Shape;1425;p32"/>
          <p:cNvSpPr/>
          <p:nvPr/>
        </p:nvSpPr>
        <p:spPr>
          <a:xfrm>
            <a:off x="4394317" y="357269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26" name="Google Shape;1426;p32"/>
          <p:cNvSpPr/>
          <p:nvPr/>
        </p:nvSpPr>
        <p:spPr>
          <a:xfrm>
            <a:off x="5359746" y="357047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27" name="Google Shape;1427;p32"/>
          <p:cNvSpPr/>
          <p:nvPr/>
        </p:nvSpPr>
        <p:spPr>
          <a:xfrm>
            <a:off x="6278663" y="357158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28" name="Google Shape;1428;p32"/>
          <p:cNvSpPr/>
          <p:nvPr/>
        </p:nvSpPr>
        <p:spPr>
          <a:xfrm>
            <a:off x="7227344" y="356432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429" name="Google Shape;1429;p32"/>
          <p:cNvSpPr/>
          <p:nvPr/>
        </p:nvSpPr>
        <p:spPr>
          <a:xfrm>
            <a:off x="8146261" y="356543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430" name="Google Shape;1430;p32"/>
          <p:cNvSpPr/>
          <p:nvPr/>
        </p:nvSpPr>
        <p:spPr>
          <a:xfrm>
            <a:off x="9111690" y="356321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431" name="Google Shape;1431;p32"/>
          <p:cNvSpPr/>
          <p:nvPr/>
        </p:nvSpPr>
        <p:spPr>
          <a:xfrm>
            <a:off x="10030607" y="356432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432" name="Google Shape;1432;p32"/>
          <p:cNvSpPr txBox="1"/>
          <p:nvPr/>
        </p:nvSpPr>
        <p:spPr>
          <a:xfrm>
            <a:off x="9866543" y="316301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433" name="Google Shape;1433;p32"/>
          <p:cNvSpPr/>
          <p:nvPr/>
        </p:nvSpPr>
        <p:spPr>
          <a:xfrm>
            <a:off x="10953786" y="35570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434" name="Google Shape;1434;p32"/>
          <p:cNvSpPr txBox="1"/>
          <p:nvPr/>
        </p:nvSpPr>
        <p:spPr>
          <a:xfrm>
            <a:off x="10996275" y="3155760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435" name="Google Shape;1435;p32"/>
          <p:cNvSpPr/>
          <p:nvPr/>
        </p:nvSpPr>
        <p:spPr>
          <a:xfrm>
            <a:off x="3473354" y="357995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cxnSp>
        <p:nvCxnSpPr>
          <p:cNvPr id="1436" name="Google Shape;1436;p32"/>
          <p:cNvCxnSpPr/>
          <p:nvPr/>
        </p:nvCxnSpPr>
        <p:spPr>
          <a:xfrm flipH="1" rot="10800000">
            <a:off x="10618529" y="1480290"/>
            <a:ext cx="705873" cy="2322286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437" name="Google Shape;1437;p32"/>
          <p:cNvCxnSpPr/>
          <p:nvPr/>
        </p:nvCxnSpPr>
        <p:spPr>
          <a:xfrm>
            <a:off x="10979288" y="2778418"/>
            <a:ext cx="310527" cy="1045029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38" name="Google Shape;1438;p32"/>
          <p:cNvSpPr txBox="1"/>
          <p:nvPr/>
        </p:nvSpPr>
        <p:spPr>
          <a:xfrm>
            <a:off x="0" y="225083"/>
            <a:ext cx="3418449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33"/>
          <p:cNvSpPr txBox="1"/>
          <p:nvPr/>
        </p:nvSpPr>
        <p:spPr>
          <a:xfrm>
            <a:off x="0" y="225083"/>
            <a:ext cx="3418449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j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  <p:sp>
        <p:nvSpPr>
          <p:cNvPr id="1444" name="Google Shape;1444;p33"/>
          <p:cNvSpPr txBox="1"/>
          <p:nvPr/>
        </p:nvSpPr>
        <p:spPr>
          <a:xfrm>
            <a:off x="3326613" y="261981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445" name="Google Shape;1445;p33"/>
          <p:cNvSpPr txBox="1"/>
          <p:nvPr/>
        </p:nvSpPr>
        <p:spPr>
          <a:xfrm>
            <a:off x="4392102" y="2598801"/>
            <a:ext cx="879280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446" name="Google Shape;1446;p33"/>
          <p:cNvSpPr txBox="1"/>
          <p:nvPr/>
        </p:nvSpPr>
        <p:spPr>
          <a:xfrm>
            <a:off x="5359746" y="2577792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1447" name="Google Shape;1447;p33"/>
          <p:cNvSpPr txBox="1"/>
          <p:nvPr/>
        </p:nvSpPr>
        <p:spPr>
          <a:xfrm>
            <a:off x="6278494" y="2573418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448" name="Google Shape;1448;p33"/>
          <p:cNvSpPr txBox="1"/>
          <p:nvPr/>
        </p:nvSpPr>
        <p:spPr>
          <a:xfrm>
            <a:off x="7192504" y="2569044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449" name="Google Shape;1449;p33"/>
          <p:cNvSpPr txBox="1"/>
          <p:nvPr/>
        </p:nvSpPr>
        <p:spPr>
          <a:xfrm>
            <a:off x="8040394" y="256904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450" name="Google Shape;1450;p33"/>
          <p:cNvSpPr txBox="1"/>
          <p:nvPr/>
        </p:nvSpPr>
        <p:spPr>
          <a:xfrm>
            <a:off x="8955225" y="258447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451" name="Google Shape;1451;p33"/>
          <p:cNvSpPr/>
          <p:nvPr/>
        </p:nvSpPr>
        <p:spPr>
          <a:xfrm>
            <a:off x="4394317" y="297760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52" name="Google Shape;1452;p33"/>
          <p:cNvSpPr/>
          <p:nvPr/>
        </p:nvSpPr>
        <p:spPr>
          <a:xfrm>
            <a:off x="5359746" y="2975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53" name="Google Shape;1453;p33"/>
          <p:cNvSpPr/>
          <p:nvPr/>
        </p:nvSpPr>
        <p:spPr>
          <a:xfrm>
            <a:off x="6278663" y="297649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54" name="Google Shape;1454;p33"/>
          <p:cNvSpPr/>
          <p:nvPr/>
        </p:nvSpPr>
        <p:spPr>
          <a:xfrm>
            <a:off x="7227344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455" name="Google Shape;1455;p33"/>
          <p:cNvSpPr/>
          <p:nvPr/>
        </p:nvSpPr>
        <p:spPr>
          <a:xfrm>
            <a:off x="8146261" y="297035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456" name="Google Shape;1456;p33"/>
          <p:cNvSpPr/>
          <p:nvPr/>
        </p:nvSpPr>
        <p:spPr>
          <a:xfrm>
            <a:off x="9111690" y="296813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457" name="Google Shape;1457;p33"/>
          <p:cNvSpPr/>
          <p:nvPr/>
        </p:nvSpPr>
        <p:spPr>
          <a:xfrm>
            <a:off x="10030607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458" name="Google Shape;1458;p33"/>
          <p:cNvSpPr txBox="1"/>
          <p:nvPr/>
        </p:nvSpPr>
        <p:spPr>
          <a:xfrm>
            <a:off x="9866543" y="256793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459" name="Google Shape;1459;p33"/>
          <p:cNvSpPr/>
          <p:nvPr/>
        </p:nvSpPr>
        <p:spPr>
          <a:xfrm>
            <a:off x="10953786" y="296198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460" name="Google Shape;1460;p33"/>
          <p:cNvSpPr txBox="1"/>
          <p:nvPr/>
        </p:nvSpPr>
        <p:spPr>
          <a:xfrm>
            <a:off x="10996275" y="2560676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461" name="Google Shape;1461;p33"/>
          <p:cNvSpPr/>
          <p:nvPr/>
        </p:nvSpPr>
        <p:spPr>
          <a:xfrm>
            <a:off x="3473354" y="29848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462" name="Google Shape;1462;p33"/>
          <p:cNvSpPr txBox="1"/>
          <p:nvPr/>
        </p:nvSpPr>
        <p:spPr>
          <a:xfrm>
            <a:off x="2414766" y="3045535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33"/>
          <p:cNvSpPr/>
          <p:nvPr/>
        </p:nvSpPr>
        <p:spPr>
          <a:xfrm>
            <a:off x="3551655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464" name="Google Shape;1464;p33"/>
          <p:cNvSpPr/>
          <p:nvPr/>
        </p:nvSpPr>
        <p:spPr>
          <a:xfrm>
            <a:off x="473802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65" name="Google Shape;1465;p33"/>
          <p:cNvSpPr/>
          <p:nvPr/>
        </p:nvSpPr>
        <p:spPr>
          <a:xfrm>
            <a:off x="593378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66" name="Google Shape;1466;p33"/>
          <p:cNvSpPr/>
          <p:nvPr/>
        </p:nvSpPr>
        <p:spPr>
          <a:xfrm>
            <a:off x="712719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467" name="Google Shape;1467;p33"/>
          <p:cNvSpPr/>
          <p:nvPr/>
        </p:nvSpPr>
        <p:spPr>
          <a:xfrm>
            <a:off x="831356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68" name="Google Shape;1468;p33"/>
          <p:cNvSpPr/>
          <p:nvPr/>
        </p:nvSpPr>
        <p:spPr>
          <a:xfrm>
            <a:off x="9499941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69" name="Google Shape;1469;p33"/>
          <p:cNvSpPr/>
          <p:nvPr/>
        </p:nvSpPr>
        <p:spPr>
          <a:xfrm>
            <a:off x="10686315" y="995292"/>
            <a:ext cx="1186374" cy="60491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70" name="Google Shape;1470;p33"/>
          <p:cNvSpPr txBox="1"/>
          <p:nvPr/>
        </p:nvSpPr>
        <p:spPr>
          <a:xfrm>
            <a:off x="355165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471" name="Google Shape;1471;p33"/>
          <p:cNvSpPr txBox="1"/>
          <p:nvPr/>
        </p:nvSpPr>
        <p:spPr>
          <a:xfrm>
            <a:off x="459969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472" name="Google Shape;1472;p33"/>
          <p:cNvSpPr txBox="1"/>
          <p:nvPr/>
        </p:nvSpPr>
        <p:spPr>
          <a:xfrm>
            <a:off x="592440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473" name="Google Shape;1473;p33"/>
          <p:cNvSpPr txBox="1"/>
          <p:nvPr/>
        </p:nvSpPr>
        <p:spPr>
          <a:xfrm>
            <a:off x="697244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474" name="Google Shape;1474;p33"/>
          <p:cNvSpPr txBox="1"/>
          <p:nvPr/>
        </p:nvSpPr>
        <p:spPr>
          <a:xfrm>
            <a:off x="837765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475" name="Google Shape;1475;p33"/>
          <p:cNvSpPr txBox="1"/>
          <p:nvPr/>
        </p:nvSpPr>
        <p:spPr>
          <a:xfrm>
            <a:off x="942569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476" name="Google Shape;1476;p33"/>
          <p:cNvSpPr txBox="1"/>
          <p:nvPr/>
        </p:nvSpPr>
        <p:spPr>
          <a:xfrm>
            <a:off x="10750407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477" name="Google Shape;1477;p33"/>
          <p:cNvSpPr txBox="1"/>
          <p:nvPr/>
        </p:nvSpPr>
        <p:spPr>
          <a:xfrm>
            <a:off x="2567166" y="585364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33"/>
          <p:cNvSpPr/>
          <p:nvPr/>
        </p:nvSpPr>
        <p:spPr>
          <a:xfrm>
            <a:off x="3718570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479" name="Google Shape;1479;p33"/>
          <p:cNvSpPr/>
          <p:nvPr/>
        </p:nvSpPr>
        <p:spPr>
          <a:xfrm>
            <a:off x="4904944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80" name="Google Shape;1480;p33"/>
          <p:cNvSpPr/>
          <p:nvPr/>
        </p:nvSpPr>
        <p:spPr>
          <a:xfrm>
            <a:off x="6100698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81" name="Google Shape;1481;p33"/>
          <p:cNvSpPr/>
          <p:nvPr/>
        </p:nvSpPr>
        <p:spPr>
          <a:xfrm>
            <a:off x="7294108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482" name="Google Shape;1482;p33"/>
          <p:cNvSpPr/>
          <p:nvPr/>
        </p:nvSpPr>
        <p:spPr>
          <a:xfrm>
            <a:off x="8480482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83" name="Google Shape;1483;p33"/>
          <p:cNvSpPr/>
          <p:nvPr/>
        </p:nvSpPr>
        <p:spPr>
          <a:xfrm>
            <a:off x="9666856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84" name="Google Shape;1484;p33"/>
          <p:cNvSpPr/>
          <p:nvPr/>
        </p:nvSpPr>
        <p:spPr>
          <a:xfrm>
            <a:off x="10853230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85" name="Google Shape;1485;p33"/>
          <p:cNvSpPr txBox="1"/>
          <p:nvPr/>
        </p:nvSpPr>
        <p:spPr>
          <a:xfrm>
            <a:off x="371857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486" name="Google Shape;1486;p33"/>
          <p:cNvSpPr txBox="1"/>
          <p:nvPr/>
        </p:nvSpPr>
        <p:spPr>
          <a:xfrm>
            <a:off x="476661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487" name="Google Shape;1487;p33"/>
          <p:cNvSpPr txBox="1"/>
          <p:nvPr/>
        </p:nvSpPr>
        <p:spPr>
          <a:xfrm>
            <a:off x="609131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488" name="Google Shape;1488;p33"/>
          <p:cNvSpPr txBox="1"/>
          <p:nvPr/>
        </p:nvSpPr>
        <p:spPr>
          <a:xfrm>
            <a:off x="713935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489" name="Google Shape;1489;p33"/>
          <p:cNvSpPr txBox="1"/>
          <p:nvPr/>
        </p:nvSpPr>
        <p:spPr>
          <a:xfrm>
            <a:off x="854457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490" name="Google Shape;1490;p33"/>
          <p:cNvSpPr txBox="1"/>
          <p:nvPr/>
        </p:nvSpPr>
        <p:spPr>
          <a:xfrm>
            <a:off x="959261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491" name="Google Shape;1491;p33"/>
          <p:cNvSpPr txBox="1"/>
          <p:nvPr/>
        </p:nvSpPr>
        <p:spPr>
          <a:xfrm>
            <a:off x="10917322" y="499690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492" name="Google Shape;1492;p33"/>
          <p:cNvSpPr txBox="1"/>
          <p:nvPr/>
        </p:nvSpPr>
        <p:spPr>
          <a:xfrm>
            <a:off x="2538134" y="5723428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3" name="Google Shape;1493;p33"/>
          <p:cNvCxnSpPr/>
          <p:nvPr/>
        </p:nvCxnSpPr>
        <p:spPr>
          <a:xfrm>
            <a:off x="11213349" y="23830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34"/>
          <p:cNvSpPr txBox="1"/>
          <p:nvPr/>
        </p:nvSpPr>
        <p:spPr>
          <a:xfrm>
            <a:off x="3326613" y="261981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499" name="Google Shape;1499;p34"/>
          <p:cNvSpPr txBox="1"/>
          <p:nvPr/>
        </p:nvSpPr>
        <p:spPr>
          <a:xfrm>
            <a:off x="4392102" y="2598801"/>
            <a:ext cx="879280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500" name="Google Shape;1500;p34"/>
          <p:cNvSpPr txBox="1"/>
          <p:nvPr/>
        </p:nvSpPr>
        <p:spPr>
          <a:xfrm>
            <a:off x="5359746" y="2577792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1501" name="Google Shape;1501;p34"/>
          <p:cNvSpPr txBox="1"/>
          <p:nvPr/>
        </p:nvSpPr>
        <p:spPr>
          <a:xfrm>
            <a:off x="6278494" y="2573418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502" name="Google Shape;1502;p34"/>
          <p:cNvSpPr txBox="1"/>
          <p:nvPr/>
        </p:nvSpPr>
        <p:spPr>
          <a:xfrm>
            <a:off x="7192504" y="2569044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503" name="Google Shape;1503;p34"/>
          <p:cNvSpPr txBox="1"/>
          <p:nvPr/>
        </p:nvSpPr>
        <p:spPr>
          <a:xfrm>
            <a:off x="8040394" y="256904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504" name="Google Shape;1504;p34"/>
          <p:cNvSpPr txBox="1"/>
          <p:nvPr/>
        </p:nvSpPr>
        <p:spPr>
          <a:xfrm>
            <a:off x="8955225" y="258447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505" name="Google Shape;1505;p34"/>
          <p:cNvSpPr/>
          <p:nvPr/>
        </p:nvSpPr>
        <p:spPr>
          <a:xfrm>
            <a:off x="4394317" y="297760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06" name="Google Shape;1506;p34"/>
          <p:cNvSpPr/>
          <p:nvPr/>
        </p:nvSpPr>
        <p:spPr>
          <a:xfrm>
            <a:off x="5359746" y="2975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07" name="Google Shape;1507;p34"/>
          <p:cNvSpPr/>
          <p:nvPr/>
        </p:nvSpPr>
        <p:spPr>
          <a:xfrm>
            <a:off x="6278663" y="297649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508" name="Google Shape;1508;p34"/>
          <p:cNvSpPr/>
          <p:nvPr/>
        </p:nvSpPr>
        <p:spPr>
          <a:xfrm>
            <a:off x="7227344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509" name="Google Shape;1509;p34"/>
          <p:cNvSpPr/>
          <p:nvPr/>
        </p:nvSpPr>
        <p:spPr>
          <a:xfrm>
            <a:off x="8146261" y="297035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510" name="Google Shape;1510;p34"/>
          <p:cNvSpPr/>
          <p:nvPr/>
        </p:nvSpPr>
        <p:spPr>
          <a:xfrm>
            <a:off x="9111690" y="296813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511" name="Google Shape;1511;p34"/>
          <p:cNvSpPr/>
          <p:nvPr/>
        </p:nvSpPr>
        <p:spPr>
          <a:xfrm>
            <a:off x="10030607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512" name="Google Shape;1512;p34"/>
          <p:cNvSpPr txBox="1"/>
          <p:nvPr/>
        </p:nvSpPr>
        <p:spPr>
          <a:xfrm>
            <a:off x="9866543" y="256793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513" name="Google Shape;1513;p34"/>
          <p:cNvSpPr/>
          <p:nvPr/>
        </p:nvSpPr>
        <p:spPr>
          <a:xfrm>
            <a:off x="10953786" y="296198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514" name="Google Shape;1514;p34"/>
          <p:cNvSpPr txBox="1"/>
          <p:nvPr/>
        </p:nvSpPr>
        <p:spPr>
          <a:xfrm>
            <a:off x="10996275" y="2560676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515" name="Google Shape;1515;p34"/>
          <p:cNvSpPr/>
          <p:nvPr/>
        </p:nvSpPr>
        <p:spPr>
          <a:xfrm>
            <a:off x="3473354" y="29848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16" name="Google Shape;1516;p34"/>
          <p:cNvSpPr txBox="1"/>
          <p:nvPr/>
        </p:nvSpPr>
        <p:spPr>
          <a:xfrm>
            <a:off x="2414766" y="3045535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34"/>
          <p:cNvSpPr/>
          <p:nvPr/>
        </p:nvSpPr>
        <p:spPr>
          <a:xfrm>
            <a:off x="3551655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518" name="Google Shape;1518;p34"/>
          <p:cNvSpPr/>
          <p:nvPr/>
        </p:nvSpPr>
        <p:spPr>
          <a:xfrm>
            <a:off x="473802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19" name="Google Shape;1519;p34"/>
          <p:cNvSpPr/>
          <p:nvPr/>
        </p:nvSpPr>
        <p:spPr>
          <a:xfrm>
            <a:off x="593378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20" name="Google Shape;1520;p34"/>
          <p:cNvSpPr/>
          <p:nvPr/>
        </p:nvSpPr>
        <p:spPr>
          <a:xfrm>
            <a:off x="712719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521" name="Google Shape;1521;p34"/>
          <p:cNvSpPr/>
          <p:nvPr/>
        </p:nvSpPr>
        <p:spPr>
          <a:xfrm>
            <a:off x="831356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22" name="Google Shape;1522;p34"/>
          <p:cNvSpPr/>
          <p:nvPr/>
        </p:nvSpPr>
        <p:spPr>
          <a:xfrm>
            <a:off x="9499941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23" name="Google Shape;1523;p34"/>
          <p:cNvSpPr/>
          <p:nvPr/>
        </p:nvSpPr>
        <p:spPr>
          <a:xfrm>
            <a:off x="10686315" y="995292"/>
            <a:ext cx="1186374" cy="60491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24" name="Google Shape;1524;p34"/>
          <p:cNvSpPr txBox="1"/>
          <p:nvPr/>
        </p:nvSpPr>
        <p:spPr>
          <a:xfrm>
            <a:off x="355165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525" name="Google Shape;1525;p34"/>
          <p:cNvSpPr txBox="1"/>
          <p:nvPr/>
        </p:nvSpPr>
        <p:spPr>
          <a:xfrm>
            <a:off x="459969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526" name="Google Shape;1526;p34"/>
          <p:cNvSpPr txBox="1"/>
          <p:nvPr/>
        </p:nvSpPr>
        <p:spPr>
          <a:xfrm>
            <a:off x="592440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527" name="Google Shape;1527;p34"/>
          <p:cNvSpPr txBox="1"/>
          <p:nvPr/>
        </p:nvSpPr>
        <p:spPr>
          <a:xfrm>
            <a:off x="697244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528" name="Google Shape;1528;p34"/>
          <p:cNvSpPr txBox="1"/>
          <p:nvPr/>
        </p:nvSpPr>
        <p:spPr>
          <a:xfrm>
            <a:off x="837765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529" name="Google Shape;1529;p34"/>
          <p:cNvSpPr txBox="1"/>
          <p:nvPr/>
        </p:nvSpPr>
        <p:spPr>
          <a:xfrm>
            <a:off x="942569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530" name="Google Shape;1530;p34"/>
          <p:cNvSpPr txBox="1"/>
          <p:nvPr/>
        </p:nvSpPr>
        <p:spPr>
          <a:xfrm>
            <a:off x="10750407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531" name="Google Shape;1531;p34"/>
          <p:cNvSpPr txBox="1"/>
          <p:nvPr/>
        </p:nvSpPr>
        <p:spPr>
          <a:xfrm>
            <a:off x="2567166" y="585364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2" name="Google Shape;1532;p34"/>
          <p:cNvSpPr/>
          <p:nvPr/>
        </p:nvSpPr>
        <p:spPr>
          <a:xfrm>
            <a:off x="3718570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533" name="Google Shape;1533;p34"/>
          <p:cNvSpPr/>
          <p:nvPr/>
        </p:nvSpPr>
        <p:spPr>
          <a:xfrm>
            <a:off x="4904944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34" name="Google Shape;1534;p34"/>
          <p:cNvSpPr/>
          <p:nvPr/>
        </p:nvSpPr>
        <p:spPr>
          <a:xfrm>
            <a:off x="6100698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35" name="Google Shape;1535;p34"/>
          <p:cNvSpPr/>
          <p:nvPr/>
        </p:nvSpPr>
        <p:spPr>
          <a:xfrm>
            <a:off x="7294108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536" name="Google Shape;1536;p34"/>
          <p:cNvSpPr/>
          <p:nvPr/>
        </p:nvSpPr>
        <p:spPr>
          <a:xfrm>
            <a:off x="8480482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37" name="Google Shape;1537;p34"/>
          <p:cNvSpPr/>
          <p:nvPr/>
        </p:nvSpPr>
        <p:spPr>
          <a:xfrm>
            <a:off x="9666856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38" name="Google Shape;1538;p34"/>
          <p:cNvSpPr/>
          <p:nvPr/>
        </p:nvSpPr>
        <p:spPr>
          <a:xfrm>
            <a:off x="10853230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39" name="Google Shape;1539;p34"/>
          <p:cNvSpPr txBox="1"/>
          <p:nvPr/>
        </p:nvSpPr>
        <p:spPr>
          <a:xfrm>
            <a:off x="371857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540" name="Google Shape;1540;p34"/>
          <p:cNvSpPr txBox="1"/>
          <p:nvPr/>
        </p:nvSpPr>
        <p:spPr>
          <a:xfrm>
            <a:off x="476661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541" name="Google Shape;1541;p34"/>
          <p:cNvSpPr txBox="1"/>
          <p:nvPr/>
        </p:nvSpPr>
        <p:spPr>
          <a:xfrm>
            <a:off x="609131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542" name="Google Shape;1542;p34"/>
          <p:cNvSpPr txBox="1"/>
          <p:nvPr/>
        </p:nvSpPr>
        <p:spPr>
          <a:xfrm>
            <a:off x="713935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543" name="Google Shape;1543;p34"/>
          <p:cNvSpPr txBox="1"/>
          <p:nvPr/>
        </p:nvSpPr>
        <p:spPr>
          <a:xfrm>
            <a:off x="854457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544" name="Google Shape;1544;p34"/>
          <p:cNvSpPr txBox="1"/>
          <p:nvPr/>
        </p:nvSpPr>
        <p:spPr>
          <a:xfrm>
            <a:off x="959261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545" name="Google Shape;1545;p34"/>
          <p:cNvSpPr txBox="1"/>
          <p:nvPr/>
        </p:nvSpPr>
        <p:spPr>
          <a:xfrm>
            <a:off x="10917322" y="499690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546" name="Google Shape;1546;p34"/>
          <p:cNvSpPr txBox="1"/>
          <p:nvPr/>
        </p:nvSpPr>
        <p:spPr>
          <a:xfrm>
            <a:off x="2538134" y="5723428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7" name="Google Shape;1547;p34"/>
          <p:cNvCxnSpPr/>
          <p:nvPr/>
        </p:nvCxnSpPr>
        <p:spPr>
          <a:xfrm>
            <a:off x="11213349" y="23830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48" name="Google Shape;1548;p34"/>
          <p:cNvSpPr/>
          <p:nvPr/>
        </p:nvSpPr>
        <p:spPr>
          <a:xfrm>
            <a:off x="4401574" y="3579948"/>
            <a:ext cx="918748" cy="604910"/>
          </a:xfrm>
          <a:prstGeom prst="rect">
            <a:avLst/>
          </a:prstGeom>
          <a:noFill/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49" name="Google Shape;1549;p34"/>
          <p:cNvSpPr txBox="1"/>
          <p:nvPr/>
        </p:nvSpPr>
        <p:spPr>
          <a:xfrm>
            <a:off x="0" y="225083"/>
            <a:ext cx="3418449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j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35"/>
          <p:cNvSpPr txBox="1"/>
          <p:nvPr/>
        </p:nvSpPr>
        <p:spPr>
          <a:xfrm>
            <a:off x="3326613" y="261981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555" name="Google Shape;1555;p35"/>
          <p:cNvSpPr txBox="1"/>
          <p:nvPr/>
        </p:nvSpPr>
        <p:spPr>
          <a:xfrm>
            <a:off x="4392102" y="2598801"/>
            <a:ext cx="879280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556" name="Google Shape;1556;p35"/>
          <p:cNvSpPr txBox="1"/>
          <p:nvPr/>
        </p:nvSpPr>
        <p:spPr>
          <a:xfrm>
            <a:off x="5359746" y="2577792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1557" name="Google Shape;1557;p35"/>
          <p:cNvSpPr txBox="1"/>
          <p:nvPr/>
        </p:nvSpPr>
        <p:spPr>
          <a:xfrm>
            <a:off x="6278494" y="2573418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558" name="Google Shape;1558;p35"/>
          <p:cNvSpPr txBox="1"/>
          <p:nvPr/>
        </p:nvSpPr>
        <p:spPr>
          <a:xfrm>
            <a:off x="7192504" y="2569044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559" name="Google Shape;1559;p35"/>
          <p:cNvSpPr txBox="1"/>
          <p:nvPr/>
        </p:nvSpPr>
        <p:spPr>
          <a:xfrm>
            <a:off x="8040394" y="256904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560" name="Google Shape;1560;p35"/>
          <p:cNvSpPr txBox="1"/>
          <p:nvPr/>
        </p:nvSpPr>
        <p:spPr>
          <a:xfrm>
            <a:off x="8955225" y="258447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561" name="Google Shape;1561;p35"/>
          <p:cNvSpPr/>
          <p:nvPr/>
        </p:nvSpPr>
        <p:spPr>
          <a:xfrm>
            <a:off x="4394317" y="297760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62" name="Google Shape;1562;p35"/>
          <p:cNvSpPr/>
          <p:nvPr/>
        </p:nvSpPr>
        <p:spPr>
          <a:xfrm>
            <a:off x="5359746" y="2975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63" name="Google Shape;1563;p35"/>
          <p:cNvSpPr/>
          <p:nvPr/>
        </p:nvSpPr>
        <p:spPr>
          <a:xfrm>
            <a:off x="6278663" y="297649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564" name="Google Shape;1564;p35"/>
          <p:cNvSpPr/>
          <p:nvPr/>
        </p:nvSpPr>
        <p:spPr>
          <a:xfrm>
            <a:off x="7227344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565" name="Google Shape;1565;p35"/>
          <p:cNvSpPr/>
          <p:nvPr/>
        </p:nvSpPr>
        <p:spPr>
          <a:xfrm>
            <a:off x="8146261" y="297035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566" name="Google Shape;1566;p35"/>
          <p:cNvSpPr/>
          <p:nvPr/>
        </p:nvSpPr>
        <p:spPr>
          <a:xfrm>
            <a:off x="9111690" y="296813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567" name="Google Shape;1567;p35"/>
          <p:cNvSpPr/>
          <p:nvPr/>
        </p:nvSpPr>
        <p:spPr>
          <a:xfrm>
            <a:off x="10030607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568" name="Google Shape;1568;p35"/>
          <p:cNvSpPr txBox="1"/>
          <p:nvPr/>
        </p:nvSpPr>
        <p:spPr>
          <a:xfrm>
            <a:off x="9866543" y="256793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569" name="Google Shape;1569;p35"/>
          <p:cNvSpPr/>
          <p:nvPr/>
        </p:nvSpPr>
        <p:spPr>
          <a:xfrm>
            <a:off x="10953786" y="296198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570" name="Google Shape;1570;p35"/>
          <p:cNvSpPr txBox="1"/>
          <p:nvPr/>
        </p:nvSpPr>
        <p:spPr>
          <a:xfrm>
            <a:off x="10996275" y="2560676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571" name="Google Shape;1571;p35"/>
          <p:cNvSpPr/>
          <p:nvPr/>
        </p:nvSpPr>
        <p:spPr>
          <a:xfrm>
            <a:off x="3473354" y="29848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72" name="Google Shape;1572;p35"/>
          <p:cNvSpPr txBox="1"/>
          <p:nvPr/>
        </p:nvSpPr>
        <p:spPr>
          <a:xfrm>
            <a:off x="2414766" y="3045535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3" name="Google Shape;1573;p35"/>
          <p:cNvSpPr/>
          <p:nvPr/>
        </p:nvSpPr>
        <p:spPr>
          <a:xfrm>
            <a:off x="3551655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574" name="Google Shape;1574;p35"/>
          <p:cNvSpPr/>
          <p:nvPr/>
        </p:nvSpPr>
        <p:spPr>
          <a:xfrm>
            <a:off x="473802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75" name="Google Shape;1575;p35"/>
          <p:cNvSpPr/>
          <p:nvPr/>
        </p:nvSpPr>
        <p:spPr>
          <a:xfrm>
            <a:off x="593378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76" name="Google Shape;1576;p35"/>
          <p:cNvSpPr/>
          <p:nvPr/>
        </p:nvSpPr>
        <p:spPr>
          <a:xfrm>
            <a:off x="712719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577" name="Google Shape;1577;p35"/>
          <p:cNvSpPr/>
          <p:nvPr/>
        </p:nvSpPr>
        <p:spPr>
          <a:xfrm>
            <a:off x="831356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78" name="Google Shape;1578;p35"/>
          <p:cNvSpPr/>
          <p:nvPr/>
        </p:nvSpPr>
        <p:spPr>
          <a:xfrm>
            <a:off x="9499941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79" name="Google Shape;1579;p35"/>
          <p:cNvSpPr/>
          <p:nvPr/>
        </p:nvSpPr>
        <p:spPr>
          <a:xfrm>
            <a:off x="10686315" y="995292"/>
            <a:ext cx="1186374" cy="60491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80" name="Google Shape;1580;p35"/>
          <p:cNvSpPr txBox="1"/>
          <p:nvPr/>
        </p:nvSpPr>
        <p:spPr>
          <a:xfrm>
            <a:off x="355165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581" name="Google Shape;1581;p35"/>
          <p:cNvSpPr txBox="1"/>
          <p:nvPr/>
        </p:nvSpPr>
        <p:spPr>
          <a:xfrm>
            <a:off x="459969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582" name="Google Shape;1582;p35"/>
          <p:cNvSpPr txBox="1"/>
          <p:nvPr/>
        </p:nvSpPr>
        <p:spPr>
          <a:xfrm>
            <a:off x="592440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583" name="Google Shape;1583;p35"/>
          <p:cNvSpPr txBox="1"/>
          <p:nvPr/>
        </p:nvSpPr>
        <p:spPr>
          <a:xfrm>
            <a:off x="697244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584" name="Google Shape;1584;p35"/>
          <p:cNvSpPr txBox="1"/>
          <p:nvPr/>
        </p:nvSpPr>
        <p:spPr>
          <a:xfrm>
            <a:off x="837765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585" name="Google Shape;1585;p35"/>
          <p:cNvSpPr txBox="1"/>
          <p:nvPr/>
        </p:nvSpPr>
        <p:spPr>
          <a:xfrm>
            <a:off x="942569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586" name="Google Shape;1586;p35"/>
          <p:cNvSpPr txBox="1"/>
          <p:nvPr/>
        </p:nvSpPr>
        <p:spPr>
          <a:xfrm>
            <a:off x="10750407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587" name="Google Shape;1587;p35"/>
          <p:cNvSpPr txBox="1"/>
          <p:nvPr/>
        </p:nvSpPr>
        <p:spPr>
          <a:xfrm>
            <a:off x="2567166" y="585364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8" name="Google Shape;1588;p35"/>
          <p:cNvSpPr/>
          <p:nvPr/>
        </p:nvSpPr>
        <p:spPr>
          <a:xfrm>
            <a:off x="3718570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589" name="Google Shape;1589;p35"/>
          <p:cNvSpPr/>
          <p:nvPr/>
        </p:nvSpPr>
        <p:spPr>
          <a:xfrm>
            <a:off x="4904944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90" name="Google Shape;1590;p35"/>
          <p:cNvSpPr/>
          <p:nvPr/>
        </p:nvSpPr>
        <p:spPr>
          <a:xfrm>
            <a:off x="6100698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91" name="Google Shape;1591;p35"/>
          <p:cNvSpPr/>
          <p:nvPr/>
        </p:nvSpPr>
        <p:spPr>
          <a:xfrm>
            <a:off x="7294108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592" name="Google Shape;1592;p35"/>
          <p:cNvSpPr/>
          <p:nvPr/>
        </p:nvSpPr>
        <p:spPr>
          <a:xfrm>
            <a:off x="8480482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93" name="Google Shape;1593;p35"/>
          <p:cNvSpPr/>
          <p:nvPr/>
        </p:nvSpPr>
        <p:spPr>
          <a:xfrm>
            <a:off x="9666856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94" name="Google Shape;1594;p35"/>
          <p:cNvSpPr/>
          <p:nvPr/>
        </p:nvSpPr>
        <p:spPr>
          <a:xfrm>
            <a:off x="10853230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95" name="Google Shape;1595;p35"/>
          <p:cNvSpPr txBox="1"/>
          <p:nvPr/>
        </p:nvSpPr>
        <p:spPr>
          <a:xfrm>
            <a:off x="3718570" y="5043717"/>
            <a:ext cx="1176994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596" name="Google Shape;1596;p35"/>
          <p:cNvSpPr txBox="1"/>
          <p:nvPr/>
        </p:nvSpPr>
        <p:spPr>
          <a:xfrm>
            <a:off x="476661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597" name="Google Shape;1597;p35"/>
          <p:cNvSpPr txBox="1"/>
          <p:nvPr/>
        </p:nvSpPr>
        <p:spPr>
          <a:xfrm>
            <a:off x="609131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598" name="Google Shape;1598;p35"/>
          <p:cNvSpPr txBox="1"/>
          <p:nvPr/>
        </p:nvSpPr>
        <p:spPr>
          <a:xfrm>
            <a:off x="713935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599" name="Google Shape;1599;p35"/>
          <p:cNvSpPr txBox="1"/>
          <p:nvPr/>
        </p:nvSpPr>
        <p:spPr>
          <a:xfrm>
            <a:off x="854457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600" name="Google Shape;1600;p35"/>
          <p:cNvSpPr txBox="1"/>
          <p:nvPr/>
        </p:nvSpPr>
        <p:spPr>
          <a:xfrm>
            <a:off x="959261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601" name="Google Shape;1601;p35"/>
          <p:cNvSpPr txBox="1"/>
          <p:nvPr/>
        </p:nvSpPr>
        <p:spPr>
          <a:xfrm>
            <a:off x="10917322" y="499690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602" name="Google Shape;1602;p35"/>
          <p:cNvSpPr txBox="1"/>
          <p:nvPr/>
        </p:nvSpPr>
        <p:spPr>
          <a:xfrm>
            <a:off x="2538134" y="5723428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3" name="Google Shape;1603;p35"/>
          <p:cNvCxnSpPr/>
          <p:nvPr/>
        </p:nvCxnSpPr>
        <p:spPr>
          <a:xfrm>
            <a:off x="11213349" y="23830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04" name="Google Shape;1604;p35"/>
          <p:cNvSpPr txBox="1"/>
          <p:nvPr/>
        </p:nvSpPr>
        <p:spPr>
          <a:xfrm>
            <a:off x="0" y="225083"/>
            <a:ext cx="3418449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j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36"/>
          <p:cNvSpPr txBox="1"/>
          <p:nvPr/>
        </p:nvSpPr>
        <p:spPr>
          <a:xfrm>
            <a:off x="3326613" y="261981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610" name="Google Shape;1610;p36"/>
          <p:cNvSpPr txBox="1"/>
          <p:nvPr/>
        </p:nvSpPr>
        <p:spPr>
          <a:xfrm>
            <a:off x="4392102" y="259880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611" name="Google Shape;1611;p36"/>
          <p:cNvSpPr txBox="1"/>
          <p:nvPr/>
        </p:nvSpPr>
        <p:spPr>
          <a:xfrm>
            <a:off x="5359746" y="2577792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1612" name="Google Shape;1612;p36"/>
          <p:cNvSpPr txBox="1"/>
          <p:nvPr/>
        </p:nvSpPr>
        <p:spPr>
          <a:xfrm>
            <a:off x="6278494" y="2573418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613" name="Google Shape;1613;p36"/>
          <p:cNvSpPr txBox="1"/>
          <p:nvPr/>
        </p:nvSpPr>
        <p:spPr>
          <a:xfrm>
            <a:off x="7192504" y="2569044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614" name="Google Shape;1614;p36"/>
          <p:cNvSpPr txBox="1"/>
          <p:nvPr/>
        </p:nvSpPr>
        <p:spPr>
          <a:xfrm>
            <a:off x="8040394" y="256904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615" name="Google Shape;1615;p36"/>
          <p:cNvSpPr txBox="1"/>
          <p:nvPr/>
        </p:nvSpPr>
        <p:spPr>
          <a:xfrm>
            <a:off x="8955225" y="258447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616" name="Google Shape;1616;p36"/>
          <p:cNvSpPr/>
          <p:nvPr/>
        </p:nvSpPr>
        <p:spPr>
          <a:xfrm>
            <a:off x="4394317" y="297760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617" name="Google Shape;1617;p36"/>
          <p:cNvSpPr/>
          <p:nvPr/>
        </p:nvSpPr>
        <p:spPr>
          <a:xfrm>
            <a:off x="5359746" y="2975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618" name="Google Shape;1618;p36"/>
          <p:cNvSpPr/>
          <p:nvPr/>
        </p:nvSpPr>
        <p:spPr>
          <a:xfrm>
            <a:off x="6278663" y="297649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619" name="Google Shape;1619;p36"/>
          <p:cNvSpPr/>
          <p:nvPr/>
        </p:nvSpPr>
        <p:spPr>
          <a:xfrm>
            <a:off x="7227344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620" name="Google Shape;1620;p36"/>
          <p:cNvSpPr/>
          <p:nvPr/>
        </p:nvSpPr>
        <p:spPr>
          <a:xfrm>
            <a:off x="8146261" y="297035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621" name="Google Shape;1621;p36"/>
          <p:cNvSpPr/>
          <p:nvPr/>
        </p:nvSpPr>
        <p:spPr>
          <a:xfrm>
            <a:off x="9111690" y="296813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622" name="Google Shape;1622;p36"/>
          <p:cNvSpPr/>
          <p:nvPr/>
        </p:nvSpPr>
        <p:spPr>
          <a:xfrm>
            <a:off x="10030607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623" name="Google Shape;1623;p36"/>
          <p:cNvSpPr txBox="1"/>
          <p:nvPr/>
        </p:nvSpPr>
        <p:spPr>
          <a:xfrm>
            <a:off x="9866543" y="256793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624" name="Google Shape;1624;p36"/>
          <p:cNvSpPr/>
          <p:nvPr/>
        </p:nvSpPr>
        <p:spPr>
          <a:xfrm>
            <a:off x="10953786" y="296198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625" name="Google Shape;1625;p36"/>
          <p:cNvSpPr txBox="1"/>
          <p:nvPr/>
        </p:nvSpPr>
        <p:spPr>
          <a:xfrm>
            <a:off x="10996275" y="2560676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626" name="Google Shape;1626;p36"/>
          <p:cNvSpPr/>
          <p:nvPr/>
        </p:nvSpPr>
        <p:spPr>
          <a:xfrm>
            <a:off x="3473354" y="29848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627" name="Google Shape;1627;p36"/>
          <p:cNvSpPr txBox="1"/>
          <p:nvPr/>
        </p:nvSpPr>
        <p:spPr>
          <a:xfrm>
            <a:off x="2414766" y="3045535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36"/>
          <p:cNvSpPr/>
          <p:nvPr/>
        </p:nvSpPr>
        <p:spPr>
          <a:xfrm>
            <a:off x="3551655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629" name="Google Shape;1629;p36"/>
          <p:cNvSpPr/>
          <p:nvPr/>
        </p:nvSpPr>
        <p:spPr>
          <a:xfrm>
            <a:off x="473802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630" name="Google Shape;1630;p36"/>
          <p:cNvSpPr/>
          <p:nvPr/>
        </p:nvSpPr>
        <p:spPr>
          <a:xfrm>
            <a:off x="593378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631" name="Google Shape;1631;p36"/>
          <p:cNvSpPr/>
          <p:nvPr/>
        </p:nvSpPr>
        <p:spPr>
          <a:xfrm>
            <a:off x="712719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632" name="Google Shape;1632;p36"/>
          <p:cNvSpPr/>
          <p:nvPr/>
        </p:nvSpPr>
        <p:spPr>
          <a:xfrm>
            <a:off x="831356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633" name="Google Shape;1633;p36"/>
          <p:cNvSpPr/>
          <p:nvPr/>
        </p:nvSpPr>
        <p:spPr>
          <a:xfrm>
            <a:off x="9499941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634" name="Google Shape;1634;p36"/>
          <p:cNvSpPr/>
          <p:nvPr/>
        </p:nvSpPr>
        <p:spPr>
          <a:xfrm>
            <a:off x="10686315" y="995292"/>
            <a:ext cx="1186374" cy="60491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635" name="Google Shape;1635;p36"/>
          <p:cNvSpPr txBox="1"/>
          <p:nvPr/>
        </p:nvSpPr>
        <p:spPr>
          <a:xfrm>
            <a:off x="355165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636" name="Google Shape;1636;p36"/>
          <p:cNvSpPr txBox="1"/>
          <p:nvPr/>
        </p:nvSpPr>
        <p:spPr>
          <a:xfrm>
            <a:off x="459969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637" name="Google Shape;1637;p36"/>
          <p:cNvSpPr txBox="1"/>
          <p:nvPr/>
        </p:nvSpPr>
        <p:spPr>
          <a:xfrm>
            <a:off x="592440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638" name="Google Shape;1638;p36"/>
          <p:cNvSpPr txBox="1"/>
          <p:nvPr/>
        </p:nvSpPr>
        <p:spPr>
          <a:xfrm>
            <a:off x="697244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639" name="Google Shape;1639;p36"/>
          <p:cNvSpPr txBox="1"/>
          <p:nvPr/>
        </p:nvSpPr>
        <p:spPr>
          <a:xfrm>
            <a:off x="837765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640" name="Google Shape;1640;p36"/>
          <p:cNvSpPr txBox="1"/>
          <p:nvPr/>
        </p:nvSpPr>
        <p:spPr>
          <a:xfrm>
            <a:off x="942569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641" name="Google Shape;1641;p36"/>
          <p:cNvSpPr txBox="1"/>
          <p:nvPr/>
        </p:nvSpPr>
        <p:spPr>
          <a:xfrm>
            <a:off x="10750407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642" name="Google Shape;1642;p36"/>
          <p:cNvSpPr txBox="1"/>
          <p:nvPr/>
        </p:nvSpPr>
        <p:spPr>
          <a:xfrm>
            <a:off x="2567166" y="585364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3" name="Google Shape;1643;p36"/>
          <p:cNvSpPr/>
          <p:nvPr/>
        </p:nvSpPr>
        <p:spPr>
          <a:xfrm>
            <a:off x="3718570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644" name="Google Shape;1644;p36"/>
          <p:cNvSpPr/>
          <p:nvPr/>
        </p:nvSpPr>
        <p:spPr>
          <a:xfrm>
            <a:off x="4904944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645" name="Google Shape;1645;p36"/>
          <p:cNvSpPr/>
          <p:nvPr/>
        </p:nvSpPr>
        <p:spPr>
          <a:xfrm>
            <a:off x="6100698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646" name="Google Shape;1646;p36"/>
          <p:cNvSpPr/>
          <p:nvPr/>
        </p:nvSpPr>
        <p:spPr>
          <a:xfrm>
            <a:off x="7294108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647" name="Google Shape;1647;p36"/>
          <p:cNvSpPr/>
          <p:nvPr/>
        </p:nvSpPr>
        <p:spPr>
          <a:xfrm>
            <a:off x="8480482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648" name="Google Shape;1648;p36"/>
          <p:cNvSpPr/>
          <p:nvPr/>
        </p:nvSpPr>
        <p:spPr>
          <a:xfrm>
            <a:off x="9666856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649" name="Google Shape;1649;p36"/>
          <p:cNvSpPr/>
          <p:nvPr/>
        </p:nvSpPr>
        <p:spPr>
          <a:xfrm>
            <a:off x="10853230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650" name="Google Shape;1650;p36"/>
          <p:cNvSpPr txBox="1"/>
          <p:nvPr/>
        </p:nvSpPr>
        <p:spPr>
          <a:xfrm>
            <a:off x="371857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651" name="Google Shape;1651;p36"/>
          <p:cNvSpPr txBox="1"/>
          <p:nvPr/>
        </p:nvSpPr>
        <p:spPr>
          <a:xfrm>
            <a:off x="476661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652" name="Google Shape;1652;p36"/>
          <p:cNvSpPr txBox="1"/>
          <p:nvPr/>
        </p:nvSpPr>
        <p:spPr>
          <a:xfrm>
            <a:off x="609131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653" name="Google Shape;1653;p36"/>
          <p:cNvSpPr txBox="1"/>
          <p:nvPr/>
        </p:nvSpPr>
        <p:spPr>
          <a:xfrm>
            <a:off x="713935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654" name="Google Shape;1654;p36"/>
          <p:cNvSpPr txBox="1"/>
          <p:nvPr/>
        </p:nvSpPr>
        <p:spPr>
          <a:xfrm>
            <a:off x="854457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655" name="Google Shape;1655;p36"/>
          <p:cNvSpPr txBox="1"/>
          <p:nvPr/>
        </p:nvSpPr>
        <p:spPr>
          <a:xfrm>
            <a:off x="959261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656" name="Google Shape;1656;p36"/>
          <p:cNvSpPr txBox="1"/>
          <p:nvPr/>
        </p:nvSpPr>
        <p:spPr>
          <a:xfrm>
            <a:off x="10917322" y="499690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657" name="Google Shape;1657;p36"/>
          <p:cNvSpPr txBox="1"/>
          <p:nvPr/>
        </p:nvSpPr>
        <p:spPr>
          <a:xfrm>
            <a:off x="2538134" y="5723428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8" name="Google Shape;1658;p36"/>
          <p:cNvCxnSpPr/>
          <p:nvPr/>
        </p:nvCxnSpPr>
        <p:spPr>
          <a:xfrm>
            <a:off x="11213349" y="23830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59" name="Google Shape;1659;p36"/>
          <p:cNvCxnSpPr/>
          <p:nvPr/>
        </p:nvCxnSpPr>
        <p:spPr>
          <a:xfrm flipH="1">
            <a:off x="4392076" y="1378856"/>
            <a:ext cx="6604200" cy="4344600"/>
          </a:xfrm>
          <a:prstGeom prst="curvedConnector3">
            <a:avLst>
              <a:gd fmla="val 120108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60" name="Google Shape;1660;p36"/>
          <p:cNvSpPr txBox="1"/>
          <p:nvPr/>
        </p:nvSpPr>
        <p:spPr>
          <a:xfrm>
            <a:off x="0" y="225083"/>
            <a:ext cx="3418449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j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p37"/>
          <p:cNvSpPr txBox="1"/>
          <p:nvPr/>
        </p:nvSpPr>
        <p:spPr>
          <a:xfrm>
            <a:off x="3326613" y="261981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666" name="Google Shape;1666;p37"/>
          <p:cNvSpPr txBox="1"/>
          <p:nvPr/>
        </p:nvSpPr>
        <p:spPr>
          <a:xfrm>
            <a:off x="4392102" y="259880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667" name="Google Shape;1667;p37"/>
          <p:cNvSpPr txBox="1"/>
          <p:nvPr/>
        </p:nvSpPr>
        <p:spPr>
          <a:xfrm>
            <a:off x="5359746" y="2577792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1668" name="Google Shape;1668;p37"/>
          <p:cNvSpPr txBox="1"/>
          <p:nvPr/>
        </p:nvSpPr>
        <p:spPr>
          <a:xfrm>
            <a:off x="6278494" y="2573418"/>
            <a:ext cx="888214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669" name="Google Shape;1669;p37"/>
          <p:cNvSpPr txBox="1"/>
          <p:nvPr/>
        </p:nvSpPr>
        <p:spPr>
          <a:xfrm>
            <a:off x="7192504" y="2569044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670" name="Google Shape;1670;p37"/>
          <p:cNvSpPr txBox="1"/>
          <p:nvPr/>
        </p:nvSpPr>
        <p:spPr>
          <a:xfrm>
            <a:off x="8040394" y="256904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671" name="Google Shape;1671;p37"/>
          <p:cNvSpPr txBox="1"/>
          <p:nvPr/>
        </p:nvSpPr>
        <p:spPr>
          <a:xfrm>
            <a:off x="8955225" y="258447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672" name="Google Shape;1672;p37"/>
          <p:cNvSpPr/>
          <p:nvPr/>
        </p:nvSpPr>
        <p:spPr>
          <a:xfrm>
            <a:off x="4394317" y="297760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673" name="Google Shape;1673;p37"/>
          <p:cNvSpPr/>
          <p:nvPr/>
        </p:nvSpPr>
        <p:spPr>
          <a:xfrm>
            <a:off x="5359746" y="2975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674" name="Google Shape;1674;p37"/>
          <p:cNvSpPr/>
          <p:nvPr/>
        </p:nvSpPr>
        <p:spPr>
          <a:xfrm>
            <a:off x="6278663" y="297649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675" name="Google Shape;1675;p37"/>
          <p:cNvSpPr/>
          <p:nvPr/>
        </p:nvSpPr>
        <p:spPr>
          <a:xfrm>
            <a:off x="7227344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676" name="Google Shape;1676;p37"/>
          <p:cNvSpPr/>
          <p:nvPr/>
        </p:nvSpPr>
        <p:spPr>
          <a:xfrm>
            <a:off x="8146261" y="297035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677" name="Google Shape;1677;p37"/>
          <p:cNvSpPr/>
          <p:nvPr/>
        </p:nvSpPr>
        <p:spPr>
          <a:xfrm>
            <a:off x="9111690" y="296813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678" name="Google Shape;1678;p37"/>
          <p:cNvSpPr/>
          <p:nvPr/>
        </p:nvSpPr>
        <p:spPr>
          <a:xfrm>
            <a:off x="10030607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679" name="Google Shape;1679;p37"/>
          <p:cNvSpPr txBox="1"/>
          <p:nvPr/>
        </p:nvSpPr>
        <p:spPr>
          <a:xfrm>
            <a:off x="9866543" y="256793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680" name="Google Shape;1680;p37"/>
          <p:cNvSpPr/>
          <p:nvPr/>
        </p:nvSpPr>
        <p:spPr>
          <a:xfrm>
            <a:off x="10953786" y="296198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681" name="Google Shape;1681;p37"/>
          <p:cNvSpPr txBox="1"/>
          <p:nvPr/>
        </p:nvSpPr>
        <p:spPr>
          <a:xfrm>
            <a:off x="10996275" y="2560676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682" name="Google Shape;1682;p37"/>
          <p:cNvSpPr/>
          <p:nvPr/>
        </p:nvSpPr>
        <p:spPr>
          <a:xfrm>
            <a:off x="3473354" y="29848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683" name="Google Shape;1683;p37"/>
          <p:cNvSpPr txBox="1"/>
          <p:nvPr/>
        </p:nvSpPr>
        <p:spPr>
          <a:xfrm>
            <a:off x="2414766" y="3045535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4" name="Google Shape;1684;p37"/>
          <p:cNvSpPr/>
          <p:nvPr/>
        </p:nvSpPr>
        <p:spPr>
          <a:xfrm>
            <a:off x="3551655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685" name="Google Shape;1685;p37"/>
          <p:cNvSpPr/>
          <p:nvPr/>
        </p:nvSpPr>
        <p:spPr>
          <a:xfrm>
            <a:off x="473802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686" name="Google Shape;1686;p37"/>
          <p:cNvSpPr/>
          <p:nvPr/>
        </p:nvSpPr>
        <p:spPr>
          <a:xfrm>
            <a:off x="593378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687" name="Google Shape;1687;p37"/>
          <p:cNvSpPr/>
          <p:nvPr/>
        </p:nvSpPr>
        <p:spPr>
          <a:xfrm>
            <a:off x="712719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688" name="Google Shape;1688;p37"/>
          <p:cNvSpPr/>
          <p:nvPr/>
        </p:nvSpPr>
        <p:spPr>
          <a:xfrm>
            <a:off x="831356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689" name="Google Shape;1689;p37"/>
          <p:cNvSpPr/>
          <p:nvPr/>
        </p:nvSpPr>
        <p:spPr>
          <a:xfrm>
            <a:off x="9499941" y="99529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690" name="Google Shape;1690;p37"/>
          <p:cNvSpPr/>
          <p:nvPr/>
        </p:nvSpPr>
        <p:spPr>
          <a:xfrm>
            <a:off x="10686315" y="995292"/>
            <a:ext cx="1186374" cy="604910"/>
          </a:xfrm>
          <a:prstGeom prst="rect">
            <a:avLst/>
          </a:prstGeom>
          <a:solidFill>
            <a:srgbClr val="F7CAAC"/>
          </a:solidFill>
          <a:ln cap="flat" cmpd="sng" w="12700">
            <a:solidFill>
              <a:srgbClr val="F7CAA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691" name="Google Shape;1691;p37"/>
          <p:cNvSpPr txBox="1"/>
          <p:nvPr/>
        </p:nvSpPr>
        <p:spPr>
          <a:xfrm>
            <a:off x="355165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692" name="Google Shape;1692;p37"/>
          <p:cNvSpPr txBox="1"/>
          <p:nvPr/>
        </p:nvSpPr>
        <p:spPr>
          <a:xfrm>
            <a:off x="459969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693" name="Google Shape;1693;p37"/>
          <p:cNvSpPr txBox="1"/>
          <p:nvPr/>
        </p:nvSpPr>
        <p:spPr>
          <a:xfrm>
            <a:off x="592440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694" name="Google Shape;1694;p37"/>
          <p:cNvSpPr txBox="1"/>
          <p:nvPr/>
        </p:nvSpPr>
        <p:spPr>
          <a:xfrm>
            <a:off x="697244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695" name="Google Shape;1695;p37"/>
          <p:cNvSpPr txBox="1"/>
          <p:nvPr/>
        </p:nvSpPr>
        <p:spPr>
          <a:xfrm>
            <a:off x="837765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696" name="Google Shape;1696;p37"/>
          <p:cNvSpPr txBox="1"/>
          <p:nvPr/>
        </p:nvSpPr>
        <p:spPr>
          <a:xfrm>
            <a:off x="942569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697" name="Google Shape;1697;p37"/>
          <p:cNvSpPr txBox="1"/>
          <p:nvPr/>
        </p:nvSpPr>
        <p:spPr>
          <a:xfrm>
            <a:off x="10750407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698" name="Google Shape;1698;p37"/>
          <p:cNvSpPr txBox="1"/>
          <p:nvPr/>
        </p:nvSpPr>
        <p:spPr>
          <a:xfrm>
            <a:off x="2567166" y="585364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p37"/>
          <p:cNvSpPr/>
          <p:nvPr/>
        </p:nvSpPr>
        <p:spPr>
          <a:xfrm>
            <a:off x="3718570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700" name="Google Shape;1700;p37"/>
          <p:cNvSpPr/>
          <p:nvPr/>
        </p:nvSpPr>
        <p:spPr>
          <a:xfrm>
            <a:off x="4904944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701" name="Google Shape;1701;p37"/>
          <p:cNvSpPr/>
          <p:nvPr/>
        </p:nvSpPr>
        <p:spPr>
          <a:xfrm>
            <a:off x="6100698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702" name="Google Shape;1702;p37"/>
          <p:cNvSpPr/>
          <p:nvPr/>
        </p:nvSpPr>
        <p:spPr>
          <a:xfrm>
            <a:off x="7294108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703" name="Google Shape;1703;p37"/>
          <p:cNvSpPr/>
          <p:nvPr/>
        </p:nvSpPr>
        <p:spPr>
          <a:xfrm>
            <a:off x="8480482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704" name="Google Shape;1704;p37"/>
          <p:cNvSpPr/>
          <p:nvPr/>
        </p:nvSpPr>
        <p:spPr>
          <a:xfrm>
            <a:off x="9666856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705" name="Google Shape;1705;p37"/>
          <p:cNvSpPr/>
          <p:nvPr/>
        </p:nvSpPr>
        <p:spPr>
          <a:xfrm>
            <a:off x="10853230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706" name="Google Shape;1706;p37"/>
          <p:cNvSpPr txBox="1"/>
          <p:nvPr/>
        </p:nvSpPr>
        <p:spPr>
          <a:xfrm>
            <a:off x="371857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707" name="Google Shape;1707;p37"/>
          <p:cNvSpPr txBox="1"/>
          <p:nvPr/>
        </p:nvSpPr>
        <p:spPr>
          <a:xfrm>
            <a:off x="476661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708" name="Google Shape;1708;p37"/>
          <p:cNvSpPr txBox="1"/>
          <p:nvPr/>
        </p:nvSpPr>
        <p:spPr>
          <a:xfrm>
            <a:off x="609131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709" name="Google Shape;1709;p37"/>
          <p:cNvSpPr txBox="1"/>
          <p:nvPr/>
        </p:nvSpPr>
        <p:spPr>
          <a:xfrm>
            <a:off x="713935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710" name="Google Shape;1710;p37"/>
          <p:cNvSpPr txBox="1"/>
          <p:nvPr/>
        </p:nvSpPr>
        <p:spPr>
          <a:xfrm>
            <a:off x="854457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711" name="Google Shape;1711;p37"/>
          <p:cNvSpPr txBox="1"/>
          <p:nvPr/>
        </p:nvSpPr>
        <p:spPr>
          <a:xfrm>
            <a:off x="959261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712" name="Google Shape;1712;p37"/>
          <p:cNvSpPr txBox="1"/>
          <p:nvPr/>
        </p:nvSpPr>
        <p:spPr>
          <a:xfrm>
            <a:off x="10917322" y="499690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713" name="Google Shape;1713;p37"/>
          <p:cNvSpPr txBox="1"/>
          <p:nvPr/>
        </p:nvSpPr>
        <p:spPr>
          <a:xfrm>
            <a:off x="2538134" y="5723428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4" name="Google Shape;1714;p37"/>
          <p:cNvCxnSpPr/>
          <p:nvPr/>
        </p:nvCxnSpPr>
        <p:spPr>
          <a:xfrm>
            <a:off x="11213349" y="23830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15" name="Google Shape;1715;p37"/>
          <p:cNvCxnSpPr/>
          <p:nvPr/>
        </p:nvCxnSpPr>
        <p:spPr>
          <a:xfrm>
            <a:off x="10140313" y="222556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16" name="Google Shape;1716;p37"/>
          <p:cNvCxnSpPr/>
          <p:nvPr/>
        </p:nvCxnSpPr>
        <p:spPr>
          <a:xfrm>
            <a:off x="10132219" y="238304"/>
            <a:ext cx="106684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17" name="Google Shape;1717;p37"/>
          <p:cNvSpPr txBox="1"/>
          <p:nvPr/>
        </p:nvSpPr>
        <p:spPr>
          <a:xfrm>
            <a:off x="0" y="225083"/>
            <a:ext cx="3418449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j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38"/>
          <p:cNvSpPr txBox="1"/>
          <p:nvPr/>
        </p:nvSpPr>
        <p:spPr>
          <a:xfrm>
            <a:off x="3326613" y="261981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723" name="Google Shape;1723;p38"/>
          <p:cNvSpPr txBox="1"/>
          <p:nvPr/>
        </p:nvSpPr>
        <p:spPr>
          <a:xfrm>
            <a:off x="4392102" y="259880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724" name="Google Shape;1724;p38"/>
          <p:cNvSpPr txBox="1"/>
          <p:nvPr/>
        </p:nvSpPr>
        <p:spPr>
          <a:xfrm>
            <a:off x="5359746" y="2577792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1725" name="Google Shape;1725;p38"/>
          <p:cNvSpPr txBox="1"/>
          <p:nvPr/>
        </p:nvSpPr>
        <p:spPr>
          <a:xfrm>
            <a:off x="6278494" y="2573418"/>
            <a:ext cx="888214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726" name="Google Shape;1726;p38"/>
          <p:cNvSpPr txBox="1"/>
          <p:nvPr/>
        </p:nvSpPr>
        <p:spPr>
          <a:xfrm>
            <a:off x="7192504" y="2569044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727" name="Google Shape;1727;p38"/>
          <p:cNvSpPr txBox="1"/>
          <p:nvPr/>
        </p:nvSpPr>
        <p:spPr>
          <a:xfrm>
            <a:off x="8040394" y="256904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728" name="Google Shape;1728;p38"/>
          <p:cNvSpPr txBox="1"/>
          <p:nvPr/>
        </p:nvSpPr>
        <p:spPr>
          <a:xfrm>
            <a:off x="8955225" y="258447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729" name="Google Shape;1729;p38"/>
          <p:cNvSpPr/>
          <p:nvPr/>
        </p:nvSpPr>
        <p:spPr>
          <a:xfrm>
            <a:off x="4394317" y="297760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730" name="Google Shape;1730;p38"/>
          <p:cNvSpPr/>
          <p:nvPr/>
        </p:nvSpPr>
        <p:spPr>
          <a:xfrm>
            <a:off x="5359746" y="2975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731" name="Google Shape;1731;p38"/>
          <p:cNvSpPr/>
          <p:nvPr/>
        </p:nvSpPr>
        <p:spPr>
          <a:xfrm>
            <a:off x="6278663" y="297649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732" name="Google Shape;1732;p38"/>
          <p:cNvSpPr/>
          <p:nvPr/>
        </p:nvSpPr>
        <p:spPr>
          <a:xfrm>
            <a:off x="7227344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733" name="Google Shape;1733;p38"/>
          <p:cNvSpPr/>
          <p:nvPr/>
        </p:nvSpPr>
        <p:spPr>
          <a:xfrm>
            <a:off x="8146261" y="297035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734" name="Google Shape;1734;p38"/>
          <p:cNvSpPr/>
          <p:nvPr/>
        </p:nvSpPr>
        <p:spPr>
          <a:xfrm>
            <a:off x="9111690" y="296813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735" name="Google Shape;1735;p38"/>
          <p:cNvSpPr/>
          <p:nvPr/>
        </p:nvSpPr>
        <p:spPr>
          <a:xfrm>
            <a:off x="10030607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736" name="Google Shape;1736;p38"/>
          <p:cNvSpPr txBox="1"/>
          <p:nvPr/>
        </p:nvSpPr>
        <p:spPr>
          <a:xfrm>
            <a:off x="9866543" y="256793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737" name="Google Shape;1737;p38"/>
          <p:cNvSpPr/>
          <p:nvPr/>
        </p:nvSpPr>
        <p:spPr>
          <a:xfrm>
            <a:off x="10953786" y="296198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738" name="Google Shape;1738;p38"/>
          <p:cNvSpPr txBox="1"/>
          <p:nvPr/>
        </p:nvSpPr>
        <p:spPr>
          <a:xfrm>
            <a:off x="10996275" y="2560676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739" name="Google Shape;1739;p38"/>
          <p:cNvSpPr/>
          <p:nvPr/>
        </p:nvSpPr>
        <p:spPr>
          <a:xfrm>
            <a:off x="3473354" y="29848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740" name="Google Shape;1740;p38"/>
          <p:cNvSpPr txBox="1"/>
          <p:nvPr/>
        </p:nvSpPr>
        <p:spPr>
          <a:xfrm>
            <a:off x="2414766" y="3045535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1" name="Google Shape;1741;p38"/>
          <p:cNvSpPr/>
          <p:nvPr/>
        </p:nvSpPr>
        <p:spPr>
          <a:xfrm>
            <a:off x="3551655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742" name="Google Shape;1742;p38"/>
          <p:cNvSpPr/>
          <p:nvPr/>
        </p:nvSpPr>
        <p:spPr>
          <a:xfrm>
            <a:off x="473802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743" name="Google Shape;1743;p38"/>
          <p:cNvSpPr/>
          <p:nvPr/>
        </p:nvSpPr>
        <p:spPr>
          <a:xfrm>
            <a:off x="593378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744" name="Google Shape;1744;p38"/>
          <p:cNvSpPr/>
          <p:nvPr/>
        </p:nvSpPr>
        <p:spPr>
          <a:xfrm>
            <a:off x="712719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745" name="Google Shape;1745;p38"/>
          <p:cNvSpPr/>
          <p:nvPr/>
        </p:nvSpPr>
        <p:spPr>
          <a:xfrm>
            <a:off x="831356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746" name="Google Shape;1746;p38"/>
          <p:cNvSpPr/>
          <p:nvPr/>
        </p:nvSpPr>
        <p:spPr>
          <a:xfrm>
            <a:off x="9499941" y="99529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747" name="Google Shape;1747;p38"/>
          <p:cNvSpPr/>
          <p:nvPr/>
        </p:nvSpPr>
        <p:spPr>
          <a:xfrm>
            <a:off x="10686315" y="995292"/>
            <a:ext cx="1186374" cy="604910"/>
          </a:xfrm>
          <a:prstGeom prst="rect">
            <a:avLst/>
          </a:prstGeom>
          <a:solidFill>
            <a:srgbClr val="F7CAAC"/>
          </a:solidFill>
          <a:ln cap="flat" cmpd="sng" w="12700">
            <a:solidFill>
              <a:srgbClr val="F7CAA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748" name="Google Shape;1748;p38"/>
          <p:cNvSpPr txBox="1"/>
          <p:nvPr/>
        </p:nvSpPr>
        <p:spPr>
          <a:xfrm>
            <a:off x="355165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749" name="Google Shape;1749;p38"/>
          <p:cNvSpPr txBox="1"/>
          <p:nvPr/>
        </p:nvSpPr>
        <p:spPr>
          <a:xfrm>
            <a:off x="459969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750" name="Google Shape;1750;p38"/>
          <p:cNvSpPr txBox="1"/>
          <p:nvPr/>
        </p:nvSpPr>
        <p:spPr>
          <a:xfrm>
            <a:off x="592440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751" name="Google Shape;1751;p38"/>
          <p:cNvSpPr txBox="1"/>
          <p:nvPr/>
        </p:nvSpPr>
        <p:spPr>
          <a:xfrm>
            <a:off x="697244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752" name="Google Shape;1752;p38"/>
          <p:cNvSpPr txBox="1"/>
          <p:nvPr/>
        </p:nvSpPr>
        <p:spPr>
          <a:xfrm>
            <a:off x="837765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753" name="Google Shape;1753;p38"/>
          <p:cNvSpPr txBox="1"/>
          <p:nvPr/>
        </p:nvSpPr>
        <p:spPr>
          <a:xfrm>
            <a:off x="942569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754" name="Google Shape;1754;p38"/>
          <p:cNvSpPr txBox="1"/>
          <p:nvPr/>
        </p:nvSpPr>
        <p:spPr>
          <a:xfrm>
            <a:off x="10750407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755" name="Google Shape;1755;p38"/>
          <p:cNvSpPr txBox="1"/>
          <p:nvPr/>
        </p:nvSpPr>
        <p:spPr>
          <a:xfrm>
            <a:off x="2567166" y="585364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6" name="Google Shape;1756;p38"/>
          <p:cNvSpPr/>
          <p:nvPr/>
        </p:nvSpPr>
        <p:spPr>
          <a:xfrm>
            <a:off x="3718570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757" name="Google Shape;1757;p38"/>
          <p:cNvSpPr/>
          <p:nvPr/>
        </p:nvSpPr>
        <p:spPr>
          <a:xfrm>
            <a:off x="4904944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758" name="Google Shape;1758;p38"/>
          <p:cNvSpPr/>
          <p:nvPr/>
        </p:nvSpPr>
        <p:spPr>
          <a:xfrm>
            <a:off x="6100698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759" name="Google Shape;1759;p38"/>
          <p:cNvSpPr/>
          <p:nvPr/>
        </p:nvSpPr>
        <p:spPr>
          <a:xfrm>
            <a:off x="7294108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760" name="Google Shape;1760;p38"/>
          <p:cNvSpPr/>
          <p:nvPr/>
        </p:nvSpPr>
        <p:spPr>
          <a:xfrm>
            <a:off x="8480482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761" name="Google Shape;1761;p38"/>
          <p:cNvSpPr/>
          <p:nvPr/>
        </p:nvSpPr>
        <p:spPr>
          <a:xfrm>
            <a:off x="9666856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762" name="Google Shape;1762;p38"/>
          <p:cNvSpPr/>
          <p:nvPr/>
        </p:nvSpPr>
        <p:spPr>
          <a:xfrm>
            <a:off x="10853230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763" name="Google Shape;1763;p38"/>
          <p:cNvSpPr txBox="1"/>
          <p:nvPr/>
        </p:nvSpPr>
        <p:spPr>
          <a:xfrm>
            <a:off x="371857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764" name="Google Shape;1764;p38"/>
          <p:cNvSpPr txBox="1"/>
          <p:nvPr/>
        </p:nvSpPr>
        <p:spPr>
          <a:xfrm>
            <a:off x="476661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765" name="Google Shape;1765;p38"/>
          <p:cNvSpPr txBox="1"/>
          <p:nvPr/>
        </p:nvSpPr>
        <p:spPr>
          <a:xfrm>
            <a:off x="609131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766" name="Google Shape;1766;p38"/>
          <p:cNvSpPr txBox="1"/>
          <p:nvPr/>
        </p:nvSpPr>
        <p:spPr>
          <a:xfrm>
            <a:off x="713935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767" name="Google Shape;1767;p38"/>
          <p:cNvSpPr txBox="1"/>
          <p:nvPr/>
        </p:nvSpPr>
        <p:spPr>
          <a:xfrm>
            <a:off x="8544574" y="5007433"/>
            <a:ext cx="1176994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768" name="Google Shape;1768;p38"/>
          <p:cNvSpPr txBox="1"/>
          <p:nvPr/>
        </p:nvSpPr>
        <p:spPr>
          <a:xfrm>
            <a:off x="959261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769" name="Google Shape;1769;p38"/>
          <p:cNvSpPr txBox="1"/>
          <p:nvPr/>
        </p:nvSpPr>
        <p:spPr>
          <a:xfrm>
            <a:off x="10917322" y="499690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770" name="Google Shape;1770;p38"/>
          <p:cNvSpPr txBox="1"/>
          <p:nvPr/>
        </p:nvSpPr>
        <p:spPr>
          <a:xfrm>
            <a:off x="2538134" y="5723428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1" name="Google Shape;1771;p38"/>
          <p:cNvCxnSpPr/>
          <p:nvPr/>
        </p:nvCxnSpPr>
        <p:spPr>
          <a:xfrm>
            <a:off x="11213349" y="23830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72" name="Google Shape;1772;p38"/>
          <p:cNvCxnSpPr/>
          <p:nvPr/>
        </p:nvCxnSpPr>
        <p:spPr>
          <a:xfrm>
            <a:off x="10140313" y="222556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73" name="Google Shape;1773;p38"/>
          <p:cNvCxnSpPr/>
          <p:nvPr/>
        </p:nvCxnSpPr>
        <p:spPr>
          <a:xfrm>
            <a:off x="10132219" y="238304"/>
            <a:ext cx="106684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74" name="Google Shape;1774;p38"/>
          <p:cNvSpPr/>
          <p:nvPr/>
        </p:nvSpPr>
        <p:spPr>
          <a:xfrm>
            <a:off x="6314951" y="3651411"/>
            <a:ext cx="918748" cy="604910"/>
          </a:xfrm>
          <a:prstGeom prst="rect">
            <a:avLst/>
          </a:prstGeom>
          <a:noFill/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775" name="Google Shape;1775;p38"/>
          <p:cNvSpPr txBox="1"/>
          <p:nvPr/>
        </p:nvSpPr>
        <p:spPr>
          <a:xfrm>
            <a:off x="0" y="225083"/>
            <a:ext cx="3418449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j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9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p39"/>
          <p:cNvSpPr txBox="1"/>
          <p:nvPr/>
        </p:nvSpPr>
        <p:spPr>
          <a:xfrm>
            <a:off x="3326613" y="261981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781" name="Google Shape;1781;p39"/>
          <p:cNvSpPr txBox="1"/>
          <p:nvPr/>
        </p:nvSpPr>
        <p:spPr>
          <a:xfrm>
            <a:off x="4392102" y="259880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782" name="Google Shape;1782;p39"/>
          <p:cNvSpPr txBox="1"/>
          <p:nvPr/>
        </p:nvSpPr>
        <p:spPr>
          <a:xfrm>
            <a:off x="5359746" y="2577792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1783" name="Google Shape;1783;p39"/>
          <p:cNvSpPr txBox="1"/>
          <p:nvPr/>
        </p:nvSpPr>
        <p:spPr>
          <a:xfrm>
            <a:off x="6278494" y="2573418"/>
            <a:ext cx="888214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784" name="Google Shape;1784;p39"/>
          <p:cNvSpPr txBox="1"/>
          <p:nvPr/>
        </p:nvSpPr>
        <p:spPr>
          <a:xfrm>
            <a:off x="7192504" y="2569044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785" name="Google Shape;1785;p39"/>
          <p:cNvSpPr txBox="1"/>
          <p:nvPr/>
        </p:nvSpPr>
        <p:spPr>
          <a:xfrm>
            <a:off x="8040394" y="256904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786" name="Google Shape;1786;p39"/>
          <p:cNvSpPr txBox="1"/>
          <p:nvPr/>
        </p:nvSpPr>
        <p:spPr>
          <a:xfrm>
            <a:off x="8955225" y="258447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787" name="Google Shape;1787;p39"/>
          <p:cNvSpPr/>
          <p:nvPr/>
        </p:nvSpPr>
        <p:spPr>
          <a:xfrm>
            <a:off x="4394317" y="297760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788" name="Google Shape;1788;p39"/>
          <p:cNvSpPr/>
          <p:nvPr/>
        </p:nvSpPr>
        <p:spPr>
          <a:xfrm>
            <a:off x="5359746" y="2975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789" name="Google Shape;1789;p39"/>
          <p:cNvSpPr/>
          <p:nvPr/>
        </p:nvSpPr>
        <p:spPr>
          <a:xfrm>
            <a:off x="6278663" y="297649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790" name="Google Shape;1790;p39"/>
          <p:cNvSpPr/>
          <p:nvPr/>
        </p:nvSpPr>
        <p:spPr>
          <a:xfrm>
            <a:off x="7227344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791" name="Google Shape;1791;p39"/>
          <p:cNvSpPr/>
          <p:nvPr/>
        </p:nvSpPr>
        <p:spPr>
          <a:xfrm>
            <a:off x="8146261" y="297035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792" name="Google Shape;1792;p39"/>
          <p:cNvSpPr/>
          <p:nvPr/>
        </p:nvSpPr>
        <p:spPr>
          <a:xfrm>
            <a:off x="9111690" y="296813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793" name="Google Shape;1793;p39"/>
          <p:cNvSpPr/>
          <p:nvPr/>
        </p:nvSpPr>
        <p:spPr>
          <a:xfrm>
            <a:off x="10030607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794" name="Google Shape;1794;p39"/>
          <p:cNvSpPr txBox="1"/>
          <p:nvPr/>
        </p:nvSpPr>
        <p:spPr>
          <a:xfrm>
            <a:off x="9866543" y="256793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795" name="Google Shape;1795;p39"/>
          <p:cNvSpPr/>
          <p:nvPr/>
        </p:nvSpPr>
        <p:spPr>
          <a:xfrm>
            <a:off x="10953786" y="296198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796" name="Google Shape;1796;p39"/>
          <p:cNvSpPr txBox="1"/>
          <p:nvPr/>
        </p:nvSpPr>
        <p:spPr>
          <a:xfrm>
            <a:off x="10996275" y="2560676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797" name="Google Shape;1797;p39"/>
          <p:cNvSpPr/>
          <p:nvPr/>
        </p:nvSpPr>
        <p:spPr>
          <a:xfrm>
            <a:off x="3473354" y="29848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798" name="Google Shape;1798;p39"/>
          <p:cNvSpPr txBox="1"/>
          <p:nvPr/>
        </p:nvSpPr>
        <p:spPr>
          <a:xfrm>
            <a:off x="2414766" y="3045535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9" name="Google Shape;1799;p39"/>
          <p:cNvSpPr/>
          <p:nvPr/>
        </p:nvSpPr>
        <p:spPr>
          <a:xfrm>
            <a:off x="3551655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800" name="Google Shape;1800;p39"/>
          <p:cNvSpPr/>
          <p:nvPr/>
        </p:nvSpPr>
        <p:spPr>
          <a:xfrm>
            <a:off x="473802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801" name="Google Shape;1801;p39"/>
          <p:cNvSpPr/>
          <p:nvPr/>
        </p:nvSpPr>
        <p:spPr>
          <a:xfrm>
            <a:off x="593378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802" name="Google Shape;1802;p39"/>
          <p:cNvSpPr/>
          <p:nvPr/>
        </p:nvSpPr>
        <p:spPr>
          <a:xfrm>
            <a:off x="712719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803" name="Google Shape;1803;p39"/>
          <p:cNvSpPr/>
          <p:nvPr/>
        </p:nvSpPr>
        <p:spPr>
          <a:xfrm>
            <a:off x="831356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804" name="Google Shape;1804;p39"/>
          <p:cNvSpPr/>
          <p:nvPr/>
        </p:nvSpPr>
        <p:spPr>
          <a:xfrm>
            <a:off x="9499941" y="99529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805" name="Google Shape;1805;p39"/>
          <p:cNvSpPr/>
          <p:nvPr/>
        </p:nvSpPr>
        <p:spPr>
          <a:xfrm>
            <a:off x="10686315" y="995292"/>
            <a:ext cx="1186374" cy="604910"/>
          </a:xfrm>
          <a:prstGeom prst="rect">
            <a:avLst/>
          </a:prstGeom>
          <a:solidFill>
            <a:srgbClr val="F7CAAC"/>
          </a:solidFill>
          <a:ln cap="flat" cmpd="sng" w="12700">
            <a:solidFill>
              <a:srgbClr val="F7CAA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806" name="Google Shape;1806;p39"/>
          <p:cNvSpPr txBox="1"/>
          <p:nvPr/>
        </p:nvSpPr>
        <p:spPr>
          <a:xfrm>
            <a:off x="355165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807" name="Google Shape;1807;p39"/>
          <p:cNvSpPr txBox="1"/>
          <p:nvPr/>
        </p:nvSpPr>
        <p:spPr>
          <a:xfrm>
            <a:off x="459969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808" name="Google Shape;1808;p39"/>
          <p:cNvSpPr txBox="1"/>
          <p:nvPr/>
        </p:nvSpPr>
        <p:spPr>
          <a:xfrm>
            <a:off x="592440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809" name="Google Shape;1809;p39"/>
          <p:cNvSpPr txBox="1"/>
          <p:nvPr/>
        </p:nvSpPr>
        <p:spPr>
          <a:xfrm>
            <a:off x="697244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810" name="Google Shape;1810;p39"/>
          <p:cNvSpPr txBox="1"/>
          <p:nvPr/>
        </p:nvSpPr>
        <p:spPr>
          <a:xfrm>
            <a:off x="837765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811" name="Google Shape;1811;p39"/>
          <p:cNvSpPr txBox="1"/>
          <p:nvPr/>
        </p:nvSpPr>
        <p:spPr>
          <a:xfrm>
            <a:off x="942569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812" name="Google Shape;1812;p39"/>
          <p:cNvSpPr txBox="1"/>
          <p:nvPr/>
        </p:nvSpPr>
        <p:spPr>
          <a:xfrm>
            <a:off x="10750407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813" name="Google Shape;1813;p39"/>
          <p:cNvSpPr txBox="1"/>
          <p:nvPr/>
        </p:nvSpPr>
        <p:spPr>
          <a:xfrm>
            <a:off x="2567166" y="585364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4" name="Google Shape;1814;p39"/>
          <p:cNvSpPr/>
          <p:nvPr/>
        </p:nvSpPr>
        <p:spPr>
          <a:xfrm>
            <a:off x="3718570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815" name="Google Shape;1815;p39"/>
          <p:cNvSpPr/>
          <p:nvPr/>
        </p:nvSpPr>
        <p:spPr>
          <a:xfrm>
            <a:off x="4904944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816" name="Google Shape;1816;p39"/>
          <p:cNvSpPr/>
          <p:nvPr/>
        </p:nvSpPr>
        <p:spPr>
          <a:xfrm>
            <a:off x="6100698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817" name="Google Shape;1817;p39"/>
          <p:cNvSpPr/>
          <p:nvPr/>
        </p:nvSpPr>
        <p:spPr>
          <a:xfrm>
            <a:off x="7294108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818" name="Google Shape;1818;p39"/>
          <p:cNvSpPr/>
          <p:nvPr/>
        </p:nvSpPr>
        <p:spPr>
          <a:xfrm>
            <a:off x="8480482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819" name="Google Shape;1819;p39"/>
          <p:cNvSpPr/>
          <p:nvPr/>
        </p:nvSpPr>
        <p:spPr>
          <a:xfrm>
            <a:off x="9666856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820" name="Google Shape;1820;p39"/>
          <p:cNvSpPr/>
          <p:nvPr/>
        </p:nvSpPr>
        <p:spPr>
          <a:xfrm>
            <a:off x="10853230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821" name="Google Shape;1821;p39"/>
          <p:cNvSpPr txBox="1"/>
          <p:nvPr/>
        </p:nvSpPr>
        <p:spPr>
          <a:xfrm>
            <a:off x="371857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822" name="Google Shape;1822;p39"/>
          <p:cNvSpPr txBox="1"/>
          <p:nvPr/>
        </p:nvSpPr>
        <p:spPr>
          <a:xfrm>
            <a:off x="476661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823" name="Google Shape;1823;p39"/>
          <p:cNvSpPr txBox="1"/>
          <p:nvPr/>
        </p:nvSpPr>
        <p:spPr>
          <a:xfrm>
            <a:off x="609131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824" name="Google Shape;1824;p39"/>
          <p:cNvSpPr txBox="1"/>
          <p:nvPr/>
        </p:nvSpPr>
        <p:spPr>
          <a:xfrm>
            <a:off x="713935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825" name="Google Shape;1825;p39"/>
          <p:cNvSpPr txBox="1"/>
          <p:nvPr/>
        </p:nvSpPr>
        <p:spPr>
          <a:xfrm>
            <a:off x="854457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826" name="Google Shape;1826;p39"/>
          <p:cNvSpPr txBox="1"/>
          <p:nvPr/>
        </p:nvSpPr>
        <p:spPr>
          <a:xfrm>
            <a:off x="959261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827" name="Google Shape;1827;p39"/>
          <p:cNvSpPr txBox="1"/>
          <p:nvPr/>
        </p:nvSpPr>
        <p:spPr>
          <a:xfrm>
            <a:off x="10917322" y="499690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828" name="Google Shape;1828;p39"/>
          <p:cNvSpPr txBox="1"/>
          <p:nvPr/>
        </p:nvSpPr>
        <p:spPr>
          <a:xfrm>
            <a:off x="2538134" y="5723428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9" name="Google Shape;1829;p39"/>
          <p:cNvCxnSpPr/>
          <p:nvPr/>
        </p:nvCxnSpPr>
        <p:spPr>
          <a:xfrm>
            <a:off x="11213349" y="23830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30" name="Google Shape;1830;p39"/>
          <p:cNvCxnSpPr/>
          <p:nvPr/>
        </p:nvCxnSpPr>
        <p:spPr>
          <a:xfrm>
            <a:off x="10140313" y="222556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31" name="Google Shape;1831;p39"/>
          <p:cNvCxnSpPr/>
          <p:nvPr/>
        </p:nvCxnSpPr>
        <p:spPr>
          <a:xfrm>
            <a:off x="10132219" y="238304"/>
            <a:ext cx="106684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32" name="Google Shape;1832;p39"/>
          <p:cNvCxnSpPr/>
          <p:nvPr/>
        </p:nvCxnSpPr>
        <p:spPr>
          <a:xfrm rot="5400000">
            <a:off x="7202962" y="3070406"/>
            <a:ext cx="4496100" cy="1088400"/>
          </a:xfrm>
          <a:prstGeom prst="curvedConnector3">
            <a:avLst>
              <a:gd fmla="val 50001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33" name="Google Shape;1833;p39"/>
          <p:cNvSpPr txBox="1"/>
          <p:nvPr/>
        </p:nvSpPr>
        <p:spPr>
          <a:xfrm>
            <a:off x="0" y="225083"/>
            <a:ext cx="3418449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j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p40"/>
          <p:cNvSpPr txBox="1"/>
          <p:nvPr/>
        </p:nvSpPr>
        <p:spPr>
          <a:xfrm>
            <a:off x="3326613" y="261981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839" name="Google Shape;1839;p40"/>
          <p:cNvSpPr txBox="1"/>
          <p:nvPr/>
        </p:nvSpPr>
        <p:spPr>
          <a:xfrm>
            <a:off x="4392102" y="259880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840" name="Google Shape;1840;p40"/>
          <p:cNvSpPr txBox="1"/>
          <p:nvPr/>
        </p:nvSpPr>
        <p:spPr>
          <a:xfrm>
            <a:off x="5359746" y="2577792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1841" name="Google Shape;1841;p40"/>
          <p:cNvSpPr txBox="1"/>
          <p:nvPr/>
        </p:nvSpPr>
        <p:spPr>
          <a:xfrm>
            <a:off x="6278494" y="2573418"/>
            <a:ext cx="888214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842" name="Google Shape;1842;p40"/>
          <p:cNvSpPr txBox="1"/>
          <p:nvPr/>
        </p:nvSpPr>
        <p:spPr>
          <a:xfrm>
            <a:off x="7192504" y="2569044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843" name="Google Shape;1843;p40"/>
          <p:cNvSpPr txBox="1"/>
          <p:nvPr/>
        </p:nvSpPr>
        <p:spPr>
          <a:xfrm>
            <a:off x="8040394" y="256904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844" name="Google Shape;1844;p40"/>
          <p:cNvSpPr txBox="1"/>
          <p:nvPr/>
        </p:nvSpPr>
        <p:spPr>
          <a:xfrm>
            <a:off x="8955225" y="258447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845" name="Google Shape;1845;p40"/>
          <p:cNvSpPr/>
          <p:nvPr/>
        </p:nvSpPr>
        <p:spPr>
          <a:xfrm>
            <a:off x="4394317" y="297760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846" name="Google Shape;1846;p40"/>
          <p:cNvSpPr/>
          <p:nvPr/>
        </p:nvSpPr>
        <p:spPr>
          <a:xfrm>
            <a:off x="5359746" y="2975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847" name="Google Shape;1847;p40"/>
          <p:cNvSpPr/>
          <p:nvPr/>
        </p:nvSpPr>
        <p:spPr>
          <a:xfrm>
            <a:off x="6278663" y="297649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848" name="Google Shape;1848;p40"/>
          <p:cNvSpPr/>
          <p:nvPr/>
        </p:nvSpPr>
        <p:spPr>
          <a:xfrm>
            <a:off x="7227344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849" name="Google Shape;1849;p40"/>
          <p:cNvSpPr/>
          <p:nvPr/>
        </p:nvSpPr>
        <p:spPr>
          <a:xfrm>
            <a:off x="8146261" y="297035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850" name="Google Shape;1850;p40"/>
          <p:cNvSpPr/>
          <p:nvPr/>
        </p:nvSpPr>
        <p:spPr>
          <a:xfrm>
            <a:off x="9111690" y="296813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851" name="Google Shape;1851;p40"/>
          <p:cNvSpPr/>
          <p:nvPr/>
        </p:nvSpPr>
        <p:spPr>
          <a:xfrm>
            <a:off x="10030607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852" name="Google Shape;1852;p40"/>
          <p:cNvSpPr txBox="1"/>
          <p:nvPr/>
        </p:nvSpPr>
        <p:spPr>
          <a:xfrm>
            <a:off x="9866543" y="256793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853" name="Google Shape;1853;p40"/>
          <p:cNvSpPr/>
          <p:nvPr/>
        </p:nvSpPr>
        <p:spPr>
          <a:xfrm>
            <a:off x="10953786" y="296198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854" name="Google Shape;1854;p40"/>
          <p:cNvSpPr txBox="1"/>
          <p:nvPr/>
        </p:nvSpPr>
        <p:spPr>
          <a:xfrm>
            <a:off x="10996275" y="2560676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855" name="Google Shape;1855;p40"/>
          <p:cNvSpPr/>
          <p:nvPr/>
        </p:nvSpPr>
        <p:spPr>
          <a:xfrm>
            <a:off x="3473354" y="29848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856" name="Google Shape;1856;p40"/>
          <p:cNvSpPr txBox="1"/>
          <p:nvPr/>
        </p:nvSpPr>
        <p:spPr>
          <a:xfrm>
            <a:off x="2414766" y="3045535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7" name="Google Shape;1857;p40"/>
          <p:cNvSpPr/>
          <p:nvPr/>
        </p:nvSpPr>
        <p:spPr>
          <a:xfrm>
            <a:off x="3551655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858" name="Google Shape;1858;p40"/>
          <p:cNvSpPr/>
          <p:nvPr/>
        </p:nvSpPr>
        <p:spPr>
          <a:xfrm>
            <a:off x="473802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859" name="Google Shape;1859;p40"/>
          <p:cNvSpPr/>
          <p:nvPr/>
        </p:nvSpPr>
        <p:spPr>
          <a:xfrm>
            <a:off x="593378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860" name="Google Shape;1860;p40"/>
          <p:cNvSpPr/>
          <p:nvPr/>
        </p:nvSpPr>
        <p:spPr>
          <a:xfrm>
            <a:off x="712719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861" name="Google Shape;1861;p40"/>
          <p:cNvSpPr/>
          <p:nvPr/>
        </p:nvSpPr>
        <p:spPr>
          <a:xfrm>
            <a:off x="8313567" y="99529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862" name="Google Shape;1862;p40"/>
          <p:cNvSpPr/>
          <p:nvPr/>
        </p:nvSpPr>
        <p:spPr>
          <a:xfrm>
            <a:off x="9499941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863" name="Google Shape;1863;p40"/>
          <p:cNvSpPr/>
          <p:nvPr/>
        </p:nvSpPr>
        <p:spPr>
          <a:xfrm>
            <a:off x="10686315" y="995292"/>
            <a:ext cx="1186374" cy="604910"/>
          </a:xfrm>
          <a:prstGeom prst="rect">
            <a:avLst/>
          </a:prstGeom>
          <a:solidFill>
            <a:srgbClr val="F7CAAC"/>
          </a:solidFill>
          <a:ln cap="flat" cmpd="sng" w="12700">
            <a:solidFill>
              <a:srgbClr val="F7CAA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864" name="Google Shape;1864;p40"/>
          <p:cNvSpPr txBox="1"/>
          <p:nvPr/>
        </p:nvSpPr>
        <p:spPr>
          <a:xfrm>
            <a:off x="355165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865" name="Google Shape;1865;p40"/>
          <p:cNvSpPr txBox="1"/>
          <p:nvPr/>
        </p:nvSpPr>
        <p:spPr>
          <a:xfrm>
            <a:off x="459969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866" name="Google Shape;1866;p40"/>
          <p:cNvSpPr txBox="1"/>
          <p:nvPr/>
        </p:nvSpPr>
        <p:spPr>
          <a:xfrm>
            <a:off x="592440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867" name="Google Shape;1867;p40"/>
          <p:cNvSpPr txBox="1"/>
          <p:nvPr/>
        </p:nvSpPr>
        <p:spPr>
          <a:xfrm>
            <a:off x="697244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868" name="Google Shape;1868;p40"/>
          <p:cNvSpPr txBox="1"/>
          <p:nvPr/>
        </p:nvSpPr>
        <p:spPr>
          <a:xfrm>
            <a:off x="837765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869" name="Google Shape;1869;p40"/>
          <p:cNvSpPr txBox="1"/>
          <p:nvPr/>
        </p:nvSpPr>
        <p:spPr>
          <a:xfrm>
            <a:off x="942569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870" name="Google Shape;1870;p40"/>
          <p:cNvSpPr txBox="1"/>
          <p:nvPr/>
        </p:nvSpPr>
        <p:spPr>
          <a:xfrm>
            <a:off x="10750407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871" name="Google Shape;1871;p40"/>
          <p:cNvSpPr txBox="1"/>
          <p:nvPr/>
        </p:nvSpPr>
        <p:spPr>
          <a:xfrm>
            <a:off x="2567166" y="585364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2" name="Google Shape;1872;p40"/>
          <p:cNvSpPr/>
          <p:nvPr/>
        </p:nvSpPr>
        <p:spPr>
          <a:xfrm>
            <a:off x="3718570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873" name="Google Shape;1873;p40"/>
          <p:cNvSpPr/>
          <p:nvPr/>
        </p:nvSpPr>
        <p:spPr>
          <a:xfrm>
            <a:off x="4904944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874" name="Google Shape;1874;p40"/>
          <p:cNvSpPr/>
          <p:nvPr/>
        </p:nvSpPr>
        <p:spPr>
          <a:xfrm>
            <a:off x="6100698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875" name="Google Shape;1875;p40"/>
          <p:cNvSpPr/>
          <p:nvPr/>
        </p:nvSpPr>
        <p:spPr>
          <a:xfrm>
            <a:off x="7294108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876" name="Google Shape;1876;p40"/>
          <p:cNvSpPr/>
          <p:nvPr/>
        </p:nvSpPr>
        <p:spPr>
          <a:xfrm>
            <a:off x="8480482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877" name="Google Shape;1877;p40"/>
          <p:cNvSpPr/>
          <p:nvPr/>
        </p:nvSpPr>
        <p:spPr>
          <a:xfrm>
            <a:off x="9666856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878" name="Google Shape;1878;p40"/>
          <p:cNvSpPr/>
          <p:nvPr/>
        </p:nvSpPr>
        <p:spPr>
          <a:xfrm>
            <a:off x="10853230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879" name="Google Shape;1879;p40"/>
          <p:cNvSpPr txBox="1"/>
          <p:nvPr/>
        </p:nvSpPr>
        <p:spPr>
          <a:xfrm>
            <a:off x="371857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880" name="Google Shape;1880;p40"/>
          <p:cNvSpPr txBox="1"/>
          <p:nvPr/>
        </p:nvSpPr>
        <p:spPr>
          <a:xfrm>
            <a:off x="476661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881" name="Google Shape;1881;p40"/>
          <p:cNvSpPr txBox="1"/>
          <p:nvPr/>
        </p:nvSpPr>
        <p:spPr>
          <a:xfrm>
            <a:off x="609131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882" name="Google Shape;1882;p40"/>
          <p:cNvSpPr txBox="1"/>
          <p:nvPr/>
        </p:nvSpPr>
        <p:spPr>
          <a:xfrm>
            <a:off x="7139358" y="5033193"/>
            <a:ext cx="1176994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883" name="Google Shape;1883;p40"/>
          <p:cNvSpPr txBox="1"/>
          <p:nvPr/>
        </p:nvSpPr>
        <p:spPr>
          <a:xfrm>
            <a:off x="854457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884" name="Google Shape;1884;p40"/>
          <p:cNvSpPr txBox="1"/>
          <p:nvPr/>
        </p:nvSpPr>
        <p:spPr>
          <a:xfrm>
            <a:off x="959261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885" name="Google Shape;1885;p40"/>
          <p:cNvSpPr txBox="1"/>
          <p:nvPr/>
        </p:nvSpPr>
        <p:spPr>
          <a:xfrm>
            <a:off x="10917322" y="499690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886" name="Google Shape;1886;p40"/>
          <p:cNvSpPr txBox="1"/>
          <p:nvPr/>
        </p:nvSpPr>
        <p:spPr>
          <a:xfrm>
            <a:off x="2538134" y="5723428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7" name="Google Shape;1887;p40"/>
          <p:cNvCxnSpPr/>
          <p:nvPr/>
        </p:nvCxnSpPr>
        <p:spPr>
          <a:xfrm>
            <a:off x="11213349" y="23830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88" name="Google Shape;1888;p40"/>
          <p:cNvCxnSpPr/>
          <p:nvPr/>
        </p:nvCxnSpPr>
        <p:spPr>
          <a:xfrm>
            <a:off x="10140313" y="222556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89" name="Google Shape;1889;p40"/>
          <p:cNvCxnSpPr/>
          <p:nvPr/>
        </p:nvCxnSpPr>
        <p:spPr>
          <a:xfrm>
            <a:off x="10132219" y="238304"/>
            <a:ext cx="106684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90" name="Google Shape;1890;p40"/>
          <p:cNvCxnSpPr/>
          <p:nvPr/>
        </p:nvCxnSpPr>
        <p:spPr>
          <a:xfrm>
            <a:off x="9131573" y="215300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91" name="Google Shape;1891;p40"/>
          <p:cNvCxnSpPr/>
          <p:nvPr/>
        </p:nvCxnSpPr>
        <p:spPr>
          <a:xfrm>
            <a:off x="9123479" y="231048"/>
            <a:ext cx="106684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92" name="Google Shape;1892;p40"/>
          <p:cNvSpPr/>
          <p:nvPr/>
        </p:nvSpPr>
        <p:spPr>
          <a:xfrm>
            <a:off x="6314951" y="3651411"/>
            <a:ext cx="918748" cy="604910"/>
          </a:xfrm>
          <a:prstGeom prst="rect">
            <a:avLst/>
          </a:prstGeom>
          <a:noFill/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893" name="Google Shape;1893;p40"/>
          <p:cNvSpPr txBox="1"/>
          <p:nvPr/>
        </p:nvSpPr>
        <p:spPr>
          <a:xfrm>
            <a:off x="0" y="225083"/>
            <a:ext cx="3418449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j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p41"/>
          <p:cNvSpPr txBox="1"/>
          <p:nvPr/>
        </p:nvSpPr>
        <p:spPr>
          <a:xfrm>
            <a:off x="3326613" y="261981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899" name="Google Shape;1899;p41"/>
          <p:cNvSpPr txBox="1"/>
          <p:nvPr/>
        </p:nvSpPr>
        <p:spPr>
          <a:xfrm>
            <a:off x="4392102" y="259880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900" name="Google Shape;1900;p41"/>
          <p:cNvSpPr txBox="1"/>
          <p:nvPr/>
        </p:nvSpPr>
        <p:spPr>
          <a:xfrm>
            <a:off x="5359746" y="2577792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1901" name="Google Shape;1901;p41"/>
          <p:cNvSpPr txBox="1"/>
          <p:nvPr/>
        </p:nvSpPr>
        <p:spPr>
          <a:xfrm>
            <a:off x="6278494" y="2573418"/>
            <a:ext cx="888214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902" name="Google Shape;1902;p41"/>
          <p:cNvSpPr txBox="1"/>
          <p:nvPr/>
        </p:nvSpPr>
        <p:spPr>
          <a:xfrm>
            <a:off x="7192504" y="2569044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903" name="Google Shape;1903;p41"/>
          <p:cNvSpPr txBox="1"/>
          <p:nvPr/>
        </p:nvSpPr>
        <p:spPr>
          <a:xfrm>
            <a:off x="8040394" y="256904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904" name="Google Shape;1904;p41"/>
          <p:cNvSpPr txBox="1"/>
          <p:nvPr/>
        </p:nvSpPr>
        <p:spPr>
          <a:xfrm>
            <a:off x="8955225" y="258447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905" name="Google Shape;1905;p41"/>
          <p:cNvSpPr/>
          <p:nvPr/>
        </p:nvSpPr>
        <p:spPr>
          <a:xfrm>
            <a:off x="4394317" y="297760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906" name="Google Shape;1906;p41"/>
          <p:cNvSpPr/>
          <p:nvPr/>
        </p:nvSpPr>
        <p:spPr>
          <a:xfrm>
            <a:off x="5359746" y="2975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907" name="Google Shape;1907;p41"/>
          <p:cNvSpPr/>
          <p:nvPr/>
        </p:nvSpPr>
        <p:spPr>
          <a:xfrm>
            <a:off x="6278663" y="297649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908" name="Google Shape;1908;p41"/>
          <p:cNvSpPr/>
          <p:nvPr/>
        </p:nvSpPr>
        <p:spPr>
          <a:xfrm>
            <a:off x="7227344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909" name="Google Shape;1909;p41"/>
          <p:cNvSpPr/>
          <p:nvPr/>
        </p:nvSpPr>
        <p:spPr>
          <a:xfrm>
            <a:off x="8146261" y="297035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910" name="Google Shape;1910;p41"/>
          <p:cNvSpPr/>
          <p:nvPr/>
        </p:nvSpPr>
        <p:spPr>
          <a:xfrm>
            <a:off x="9111690" y="296813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911" name="Google Shape;1911;p41"/>
          <p:cNvSpPr/>
          <p:nvPr/>
        </p:nvSpPr>
        <p:spPr>
          <a:xfrm>
            <a:off x="10030607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912" name="Google Shape;1912;p41"/>
          <p:cNvSpPr txBox="1"/>
          <p:nvPr/>
        </p:nvSpPr>
        <p:spPr>
          <a:xfrm>
            <a:off x="9866543" y="256793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913" name="Google Shape;1913;p41"/>
          <p:cNvSpPr/>
          <p:nvPr/>
        </p:nvSpPr>
        <p:spPr>
          <a:xfrm>
            <a:off x="10953786" y="296198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914" name="Google Shape;1914;p41"/>
          <p:cNvSpPr txBox="1"/>
          <p:nvPr/>
        </p:nvSpPr>
        <p:spPr>
          <a:xfrm>
            <a:off x="10996275" y="2560676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915" name="Google Shape;1915;p41"/>
          <p:cNvSpPr/>
          <p:nvPr/>
        </p:nvSpPr>
        <p:spPr>
          <a:xfrm>
            <a:off x="3473354" y="29848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916" name="Google Shape;1916;p41"/>
          <p:cNvSpPr txBox="1"/>
          <p:nvPr/>
        </p:nvSpPr>
        <p:spPr>
          <a:xfrm>
            <a:off x="2414766" y="3045535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7" name="Google Shape;1917;p41"/>
          <p:cNvSpPr/>
          <p:nvPr/>
        </p:nvSpPr>
        <p:spPr>
          <a:xfrm>
            <a:off x="3551655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918" name="Google Shape;1918;p41"/>
          <p:cNvSpPr/>
          <p:nvPr/>
        </p:nvSpPr>
        <p:spPr>
          <a:xfrm>
            <a:off x="473802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919" name="Google Shape;1919;p41"/>
          <p:cNvSpPr/>
          <p:nvPr/>
        </p:nvSpPr>
        <p:spPr>
          <a:xfrm>
            <a:off x="593378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920" name="Google Shape;1920;p41"/>
          <p:cNvSpPr/>
          <p:nvPr/>
        </p:nvSpPr>
        <p:spPr>
          <a:xfrm>
            <a:off x="712719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921" name="Google Shape;1921;p41"/>
          <p:cNvSpPr/>
          <p:nvPr/>
        </p:nvSpPr>
        <p:spPr>
          <a:xfrm>
            <a:off x="8313567" y="99529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922" name="Google Shape;1922;p41"/>
          <p:cNvSpPr/>
          <p:nvPr/>
        </p:nvSpPr>
        <p:spPr>
          <a:xfrm>
            <a:off x="9499941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923" name="Google Shape;1923;p41"/>
          <p:cNvSpPr/>
          <p:nvPr/>
        </p:nvSpPr>
        <p:spPr>
          <a:xfrm>
            <a:off x="10686315" y="995292"/>
            <a:ext cx="1186374" cy="604910"/>
          </a:xfrm>
          <a:prstGeom prst="rect">
            <a:avLst/>
          </a:prstGeom>
          <a:solidFill>
            <a:srgbClr val="F7CAAC"/>
          </a:solidFill>
          <a:ln cap="flat" cmpd="sng" w="12700">
            <a:solidFill>
              <a:srgbClr val="F7CAA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924" name="Google Shape;1924;p41"/>
          <p:cNvSpPr txBox="1"/>
          <p:nvPr/>
        </p:nvSpPr>
        <p:spPr>
          <a:xfrm>
            <a:off x="355165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925" name="Google Shape;1925;p41"/>
          <p:cNvSpPr txBox="1"/>
          <p:nvPr/>
        </p:nvSpPr>
        <p:spPr>
          <a:xfrm>
            <a:off x="459969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926" name="Google Shape;1926;p41"/>
          <p:cNvSpPr txBox="1"/>
          <p:nvPr/>
        </p:nvSpPr>
        <p:spPr>
          <a:xfrm>
            <a:off x="592440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927" name="Google Shape;1927;p41"/>
          <p:cNvSpPr txBox="1"/>
          <p:nvPr/>
        </p:nvSpPr>
        <p:spPr>
          <a:xfrm>
            <a:off x="697244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928" name="Google Shape;1928;p41"/>
          <p:cNvSpPr txBox="1"/>
          <p:nvPr/>
        </p:nvSpPr>
        <p:spPr>
          <a:xfrm>
            <a:off x="837765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929" name="Google Shape;1929;p41"/>
          <p:cNvSpPr txBox="1"/>
          <p:nvPr/>
        </p:nvSpPr>
        <p:spPr>
          <a:xfrm>
            <a:off x="942569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930" name="Google Shape;1930;p41"/>
          <p:cNvSpPr txBox="1"/>
          <p:nvPr/>
        </p:nvSpPr>
        <p:spPr>
          <a:xfrm>
            <a:off x="10750407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931" name="Google Shape;1931;p41"/>
          <p:cNvSpPr txBox="1"/>
          <p:nvPr/>
        </p:nvSpPr>
        <p:spPr>
          <a:xfrm>
            <a:off x="2567166" y="585364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2" name="Google Shape;1932;p41"/>
          <p:cNvSpPr/>
          <p:nvPr/>
        </p:nvSpPr>
        <p:spPr>
          <a:xfrm>
            <a:off x="3718570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933" name="Google Shape;1933;p41"/>
          <p:cNvSpPr/>
          <p:nvPr/>
        </p:nvSpPr>
        <p:spPr>
          <a:xfrm>
            <a:off x="4904944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934" name="Google Shape;1934;p41"/>
          <p:cNvSpPr/>
          <p:nvPr/>
        </p:nvSpPr>
        <p:spPr>
          <a:xfrm>
            <a:off x="6100698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935" name="Google Shape;1935;p41"/>
          <p:cNvSpPr/>
          <p:nvPr/>
        </p:nvSpPr>
        <p:spPr>
          <a:xfrm>
            <a:off x="7294108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936" name="Google Shape;1936;p41"/>
          <p:cNvSpPr/>
          <p:nvPr/>
        </p:nvSpPr>
        <p:spPr>
          <a:xfrm>
            <a:off x="8480482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937" name="Google Shape;1937;p41"/>
          <p:cNvSpPr/>
          <p:nvPr/>
        </p:nvSpPr>
        <p:spPr>
          <a:xfrm>
            <a:off x="9666856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938" name="Google Shape;1938;p41"/>
          <p:cNvSpPr/>
          <p:nvPr/>
        </p:nvSpPr>
        <p:spPr>
          <a:xfrm>
            <a:off x="10853230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939" name="Google Shape;1939;p41"/>
          <p:cNvSpPr txBox="1"/>
          <p:nvPr/>
        </p:nvSpPr>
        <p:spPr>
          <a:xfrm>
            <a:off x="371857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940" name="Google Shape;1940;p41"/>
          <p:cNvSpPr txBox="1"/>
          <p:nvPr/>
        </p:nvSpPr>
        <p:spPr>
          <a:xfrm>
            <a:off x="476661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941" name="Google Shape;1941;p41"/>
          <p:cNvSpPr txBox="1"/>
          <p:nvPr/>
        </p:nvSpPr>
        <p:spPr>
          <a:xfrm>
            <a:off x="609131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942" name="Google Shape;1942;p41"/>
          <p:cNvSpPr txBox="1"/>
          <p:nvPr/>
        </p:nvSpPr>
        <p:spPr>
          <a:xfrm>
            <a:off x="713935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943" name="Google Shape;1943;p41"/>
          <p:cNvSpPr txBox="1"/>
          <p:nvPr/>
        </p:nvSpPr>
        <p:spPr>
          <a:xfrm>
            <a:off x="854457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944" name="Google Shape;1944;p41"/>
          <p:cNvSpPr txBox="1"/>
          <p:nvPr/>
        </p:nvSpPr>
        <p:spPr>
          <a:xfrm>
            <a:off x="959261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945" name="Google Shape;1945;p41"/>
          <p:cNvSpPr txBox="1"/>
          <p:nvPr/>
        </p:nvSpPr>
        <p:spPr>
          <a:xfrm>
            <a:off x="10917322" y="499690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946" name="Google Shape;1946;p41"/>
          <p:cNvSpPr txBox="1"/>
          <p:nvPr/>
        </p:nvSpPr>
        <p:spPr>
          <a:xfrm>
            <a:off x="2538134" y="5723428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7" name="Google Shape;1947;p41"/>
          <p:cNvCxnSpPr/>
          <p:nvPr/>
        </p:nvCxnSpPr>
        <p:spPr>
          <a:xfrm>
            <a:off x="11213349" y="23830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48" name="Google Shape;1948;p41"/>
          <p:cNvCxnSpPr/>
          <p:nvPr/>
        </p:nvCxnSpPr>
        <p:spPr>
          <a:xfrm>
            <a:off x="10140313" y="222556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49" name="Google Shape;1949;p41"/>
          <p:cNvCxnSpPr/>
          <p:nvPr/>
        </p:nvCxnSpPr>
        <p:spPr>
          <a:xfrm>
            <a:off x="10132219" y="238304"/>
            <a:ext cx="106684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50" name="Google Shape;1950;p41"/>
          <p:cNvCxnSpPr/>
          <p:nvPr/>
        </p:nvCxnSpPr>
        <p:spPr>
          <a:xfrm>
            <a:off x="9131573" y="215300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51" name="Google Shape;1951;p41"/>
          <p:cNvCxnSpPr/>
          <p:nvPr/>
        </p:nvCxnSpPr>
        <p:spPr>
          <a:xfrm>
            <a:off x="9123479" y="231048"/>
            <a:ext cx="106684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52" name="Google Shape;1952;p41"/>
          <p:cNvCxnSpPr/>
          <p:nvPr/>
        </p:nvCxnSpPr>
        <p:spPr>
          <a:xfrm rot="5400000">
            <a:off x="6460400" y="2921725"/>
            <a:ext cx="4283700" cy="1351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53" name="Google Shape;1953;p41"/>
          <p:cNvSpPr txBox="1"/>
          <p:nvPr/>
        </p:nvSpPr>
        <p:spPr>
          <a:xfrm>
            <a:off x="0" y="225083"/>
            <a:ext cx="3418449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j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7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p42"/>
          <p:cNvSpPr txBox="1"/>
          <p:nvPr/>
        </p:nvSpPr>
        <p:spPr>
          <a:xfrm>
            <a:off x="3326613" y="261981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959" name="Google Shape;1959;p42"/>
          <p:cNvSpPr txBox="1"/>
          <p:nvPr/>
        </p:nvSpPr>
        <p:spPr>
          <a:xfrm>
            <a:off x="4392102" y="259880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960" name="Google Shape;1960;p42"/>
          <p:cNvSpPr txBox="1"/>
          <p:nvPr/>
        </p:nvSpPr>
        <p:spPr>
          <a:xfrm>
            <a:off x="5359746" y="2577792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1961" name="Google Shape;1961;p42"/>
          <p:cNvSpPr txBox="1"/>
          <p:nvPr/>
        </p:nvSpPr>
        <p:spPr>
          <a:xfrm>
            <a:off x="6278494" y="2573418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962" name="Google Shape;1962;p42"/>
          <p:cNvSpPr txBox="1"/>
          <p:nvPr/>
        </p:nvSpPr>
        <p:spPr>
          <a:xfrm>
            <a:off x="7192504" y="2569044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963" name="Google Shape;1963;p42"/>
          <p:cNvSpPr txBox="1"/>
          <p:nvPr/>
        </p:nvSpPr>
        <p:spPr>
          <a:xfrm>
            <a:off x="8040394" y="256904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964" name="Google Shape;1964;p42"/>
          <p:cNvSpPr txBox="1"/>
          <p:nvPr/>
        </p:nvSpPr>
        <p:spPr>
          <a:xfrm>
            <a:off x="8955225" y="258447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965" name="Google Shape;1965;p42"/>
          <p:cNvSpPr/>
          <p:nvPr/>
        </p:nvSpPr>
        <p:spPr>
          <a:xfrm>
            <a:off x="4394317" y="297760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966" name="Google Shape;1966;p42"/>
          <p:cNvSpPr/>
          <p:nvPr/>
        </p:nvSpPr>
        <p:spPr>
          <a:xfrm>
            <a:off x="5359746" y="2975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967" name="Google Shape;1967;p42"/>
          <p:cNvSpPr/>
          <p:nvPr/>
        </p:nvSpPr>
        <p:spPr>
          <a:xfrm>
            <a:off x="6278663" y="297649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968" name="Google Shape;1968;p42"/>
          <p:cNvSpPr/>
          <p:nvPr/>
        </p:nvSpPr>
        <p:spPr>
          <a:xfrm>
            <a:off x="7227344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969" name="Google Shape;1969;p42"/>
          <p:cNvSpPr/>
          <p:nvPr/>
        </p:nvSpPr>
        <p:spPr>
          <a:xfrm>
            <a:off x="8146261" y="297035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970" name="Google Shape;1970;p42"/>
          <p:cNvSpPr/>
          <p:nvPr/>
        </p:nvSpPr>
        <p:spPr>
          <a:xfrm>
            <a:off x="9111690" y="296813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971" name="Google Shape;1971;p42"/>
          <p:cNvSpPr/>
          <p:nvPr/>
        </p:nvSpPr>
        <p:spPr>
          <a:xfrm>
            <a:off x="10030607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972" name="Google Shape;1972;p42"/>
          <p:cNvSpPr txBox="1"/>
          <p:nvPr/>
        </p:nvSpPr>
        <p:spPr>
          <a:xfrm>
            <a:off x="9866543" y="256793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973" name="Google Shape;1973;p42"/>
          <p:cNvSpPr/>
          <p:nvPr/>
        </p:nvSpPr>
        <p:spPr>
          <a:xfrm>
            <a:off x="10953786" y="296198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974" name="Google Shape;1974;p42"/>
          <p:cNvSpPr txBox="1"/>
          <p:nvPr/>
        </p:nvSpPr>
        <p:spPr>
          <a:xfrm>
            <a:off x="10996275" y="2560676"/>
            <a:ext cx="876260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975" name="Google Shape;1975;p42"/>
          <p:cNvSpPr/>
          <p:nvPr/>
        </p:nvSpPr>
        <p:spPr>
          <a:xfrm>
            <a:off x="3473354" y="29848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976" name="Google Shape;1976;p42"/>
          <p:cNvSpPr txBox="1"/>
          <p:nvPr/>
        </p:nvSpPr>
        <p:spPr>
          <a:xfrm>
            <a:off x="2414766" y="3045535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7" name="Google Shape;1977;p42"/>
          <p:cNvSpPr/>
          <p:nvPr/>
        </p:nvSpPr>
        <p:spPr>
          <a:xfrm>
            <a:off x="3551655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978" name="Google Shape;1978;p42"/>
          <p:cNvSpPr/>
          <p:nvPr/>
        </p:nvSpPr>
        <p:spPr>
          <a:xfrm>
            <a:off x="473802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979" name="Google Shape;1979;p42"/>
          <p:cNvSpPr/>
          <p:nvPr/>
        </p:nvSpPr>
        <p:spPr>
          <a:xfrm>
            <a:off x="593378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980" name="Google Shape;1980;p42"/>
          <p:cNvSpPr/>
          <p:nvPr/>
        </p:nvSpPr>
        <p:spPr>
          <a:xfrm>
            <a:off x="7127193" y="99529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981" name="Google Shape;1981;p42"/>
          <p:cNvSpPr/>
          <p:nvPr/>
        </p:nvSpPr>
        <p:spPr>
          <a:xfrm>
            <a:off x="831356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982" name="Google Shape;1982;p42"/>
          <p:cNvSpPr/>
          <p:nvPr/>
        </p:nvSpPr>
        <p:spPr>
          <a:xfrm>
            <a:off x="9499941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983" name="Google Shape;1983;p42"/>
          <p:cNvSpPr/>
          <p:nvPr/>
        </p:nvSpPr>
        <p:spPr>
          <a:xfrm>
            <a:off x="10686315" y="995292"/>
            <a:ext cx="1186374" cy="604910"/>
          </a:xfrm>
          <a:prstGeom prst="rect">
            <a:avLst/>
          </a:prstGeom>
          <a:solidFill>
            <a:srgbClr val="F7CAAC"/>
          </a:solidFill>
          <a:ln cap="flat" cmpd="sng" w="12700">
            <a:solidFill>
              <a:srgbClr val="F7CAA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984" name="Google Shape;1984;p42"/>
          <p:cNvSpPr txBox="1"/>
          <p:nvPr/>
        </p:nvSpPr>
        <p:spPr>
          <a:xfrm>
            <a:off x="355165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985" name="Google Shape;1985;p42"/>
          <p:cNvSpPr txBox="1"/>
          <p:nvPr/>
        </p:nvSpPr>
        <p:spPr>
          <a:xfrm>
            <a:off x="459969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986" name="Google Shape;1986;p42"/>
          <p:cNvSpPr txBox="1"/>
          <p:nvPr/>
        </p:nvSpPr>
        <p:spPr>
          <a:xfrm>
            <a:off x="592440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987" name="Google Shape;1987;p42"/>
          <p:cNvSpPr txBox="1"/>
          <p:nvPr/>
        </p:nvSpPr>
        <p:spPr>
          <a:xfrm>
            <a:off x="697244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988" name="Google Shape;1988;p42"/>
          <p:cNvSpPr txBox="1"/>
          <p:nvPr/>
        </p:nvSpPr>
        <p:spPr>
          <a:xfrm>
            <a:off x="837765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989" name="Google Shape;1989;p42"/>
          <p:cNvSpPr txBox="1"/>
          <p:nvPr/>
        </p:nvSpPr>
        <p:spPr>
          <a:xfrm>
            <a:off x="942569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990" name="Google Shape;1990;p42"/>
          <p:cNvSpPr txBox="1"/>
          <p:nvPr/>
        </p:nvSpPr>
        <p:spPr>
          <a:xfrm>
            <a:off x="10750407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991" name="Google Shape;1991;p42"/>
          <p:cNvSpPr txBox="1"/>
          <p:nvPr/>
        </p:nvSpPr>
        <p:spPr>
          <a:xfrm>
            <a:off x="2567166" y="585364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2" name="Google Shape;1992;p42"/>
          <p:cNvSpPr/>
          <p:nvPr/>
        </p:nvSpPr>
        <p:spPr>
          <a:xfrm>
            <a:off x="3718570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993" name="Google Shape;1993;p42"/>
          <p:cNvSpPr/>
          <p:nvPr/>
        </p:nvSpPr>
        <p:spPr>
          <a:xfrm>
            <a:off x="4904944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994" name="Google Shape;1994;p42"/>
          <p:cNvSpPr/>
          <p:nvPr/>
        </p:nvSpPr>
        <p:spPr>
          <a:xfrm>
            <a:off x="6100698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995" name="Google Shape;1995;p42"/>
          <p:cNvSpPr/>
          <p:nvPr/>
        </p:nvSpPr>
        <p:spPr>
          <a:xfrm>
            <a:off x="7294108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996" name="Google Shape;1996;p42"/>
          <p:cNvSpPr/>
          <p:nvPr/>
        </p:nvSpPr>
        <p:spPr>
          <a:xfrm>
            <a:off x="8480482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997" name="Google Shape;1997;p42"/>
          <p:cNvSpPr/>
          <p:nvPr/>
        </p:nvSpPr>
        <p:spPr>
          <a:xfrm>
            <a:off x="9666856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998" name="Google Shape;1998;p42"/>
          <p:cNvSpPr/>
          <p:nvPr/>
        </p:nvSpPr>
        <p:spPr>
          <a:xfrm>
            <a:off x="10853230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999" name="Google Shape;1999;p42"/>
          <p:cNvSpPr txBox="1"/>
          <p:nvPr/>
        </p:nvSpPr>
        <p:spPr>
          <a:xfrm>
            <a:off x="371857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000" name="Google Shape;2000;p42"/>
          <p:cNvSpPr txBox="1"/>
          <p:nvPr/>
        </p:nvSpPr>
        <p:spPr>
          <a:xfrm>
            <a:off x="476661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2001" name="Google Shape;2001;p42"/>
          <p:cNvSpPr txBox="1"/>
          <p:nvPr/>
        </p:nvSpPr>
        <p:spPr>
          <a:xfrm>
            <a:off x="609131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2002" name="Google Shape;2002;p42"/>
          <p:cNvSpPr txBox="1"/>
          <p:nvPr/>
        </p:nvSpPr>
        <p:spPr>
          <a:xfrm>
            <a:off x="713935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2003" name="Google Shape;2003;p42"/>
          <p:cNvSpPr txBox="1"/>
          <p:nvPr/>
        </p:nvSpPr>
        <p:spPr>
          <a:xfrm>
            <a:off x="854457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2004" name="Google Shape;2004;p42"/>
          <p:cNvSpPr txBox="1"/>
          <p:nvPr/>
        </p:nvSpPr>
        <p:spPr>
          <a:xfrm>
            <a:off x="959261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005" name="Google Shape;2005;p42"/>
          <p:cNvSpPr txBox="1"/>
          <p:nvPr/>
        </p:nvSpPr>
        <p:spPr>
          <a:xfrm>
            <a:off x="10917322" y="499690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006" name="Google Shape;2006;p42"/>
          <p:cNvSpPr txBox="1"/>
          <p:nvPr/>
        </p:nvSpPr>
        <p:spPr>
          <a:xfrm>
            <a:off x="2538134" y="5723428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7" name="Google Shape;2007;p42"/>
          <p:cNvCxnSpPr/>
          <p:nvPr/>
        </p:nvCxnSpPr>
        <p:spPr>
          <a:xfrm>
            <a:off x="11213349" y="23830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08" name="Google Shape;2008;p42"/>
          <p:cNvCxnSpPr/>
          <p:nvPr/>
        </p:nvCxnSpPr>
        <p:spPr>
          <a:xfrm>
            <a:off x="10140313" y="222556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09" name="Google Shape;2009;p42"/>
          <p:cNvCxnSpPr/>
          <p:nvPr/>
        </p:nvCxnSpPr>
        <p:spPr>
          <a:xfrm>
            <a:off x="10132219" y="238304"/>
            <a:ext cx="106684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10" name="Google Shape;2010;p42"/>
          <p:cNvCxnSpPr/>
          <p:nvPr/>
        </p:nvCxnSpPr>
        <p:spPr>
          <a:xfrm>
            <a:off x="9131573" y="215300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11" name="Google Shape;2011;p42"/>
          <p:cNvCxnSpPr/>
          <p:nvPr/>
        </p:nvCxnSpPr>
        <p:spPr>
          <a:xfrm>
            <a:off x="9123479" y="231048"/>
            <a:ext cx="106684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12" name="Google Shape;2012;p42"/>
          <p:cNvCxnSpPr/>
          <p:nvPr/>
        </p:nvCxnSpPr>
        <p:spPr>
          <a:xfrm>
            <a:off x="7905119" y="222560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13" name="Google Shape;2013;p42"/>
          <p:cNvCxnSpPr/>
          <p:nvPr/>
        </p:nvCxnSpPr>
        <p:spPr>
          <a:xfrm>
            <a:off x="7911539" y="238308"/>
            <a:ext cx="120552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14" name="Google Shape;2014;p42"/>
          <p:cNvSpPr txBox="1"/>
          <p:nvPr/>
        </p:nvSpPr>
        <p:spPr>
          <a:xfrm>
            <a:off x="0" y="225083"/>
            <a:ext cx="3418449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j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8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p43"/>
          <p:cNvSpPr txBox="1"/>
          <p:nvPr/>
        </p:nvSpPr>
        <p:spPr>
          <a:xfrm>
            <a:off x="3326613" y="261981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020" name="Google Shape;2020;p43"/>
          <p:cNvSpPr txBox="1"/>
          <p:nvPr/>
        </p:nvSpPr>
        <p:spPr>
          <a:xfrm>
            <a:off x="4392102" y="259880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2021" name="Google Shape;2021;p43"/>
          <p:cNvSpPr txBox="1"/>
          <p:nvPr/>
        </p:nvSpPr>
        <p:spPr>
          <a:xfrm>
            <a:off x="5359746" y="2577792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2022" name="Google Shape;2022;p43"/>
          <p:cNvSpPr txBox="1"/>
          <p:nvPr/>
        </p:nvSpPr>
        <p:spPr>
          <a:xfrm>
            <a:off x="6278494" y="2573418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2023" name="Google Shape;2023;p43"/>
          <p:cNvSpPr txBox="1"/>
          <p:nvPr/>
        </p:nvSpPr>
        <p:spPr>
          <a:xfrm>
            <a:off x="7192504" y="2569044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2024" name="Google Shape;2024;p43"/>
          <p:cNvSpPr txBox="1"/>
          <p:nvPr/>
        </p:nvSpPr>
        <p:spPr>
          <a:xfrm>
            <a:off x="8040394" y="256904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025" name="Google Shape;2025;p43"/>
          <p:cNvSpPr txBox="1"/>
          <p:nvPr/>
        </p:nvSpPr>
        <p:spPr>
          <a:xfrm>
            <a:off x="8955225" y="258447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026" name="Google Shape;2026;p43"/>
          <p:cNvSpPr/>
          <p:nvPr/>
        </p:nvSpPr>
        <p:spPr>
          <a:xfrm>
            <a:off x="4394317" y="297760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027" name="Google Shape;2027;p43"/>
          <p:cNvSpPr/>
          <p:nvPr/>
        </p:nvSpPr>
        <p:spPr>
          <a:xfrm>
            <a:off x="5359746" y="2975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028" name="Google Shape;2028;p43"/>
          <p:cNvSpPr/>
          <p:nvPr/>
        </p:nvSpPr>
        <p:spPr>
          <a:xfrm>
            <a:off x="6278663" y="297649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029" name="Google Shape;2029;p43"/>
          <p:cNvSpPr/>
          <p:nvPr/>
        </p:nvSpPr>
        <p:spPr>
          <a:xfrm>
            <a:off x="7227344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030" name="Google Shape;2030;p43"/>
          <p:cNvSpPr/>
          <p:nvPr/>
        </p:nvSpPr>
        <p:spPr>
          <a:xfrm>
            <a:off x="8146261" y="297035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031" name="Google Shape;2031;p43"/>
          <p:cNvSpPr/>
          <p:nvPr/>
        </p:nvSpPr>
        <p:spPr>
          <a:xfrm>
            <a:off x="9111690" y="296813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032" name="Google Shape;2032;p43"/>
          <p:cNvSpPr/>
          <p:nvPr/>
        </p:nvSpPr>
        <p:spPr>
          <a:xfrm>
            <a:off x="10030607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033" name="Google Shape;2033;p43"/>
          <p:cNvSpPr txBox="1"/>
          <p:nvPr/>
        </p:nvSpPr>
        <p:spPr>
          <a:xfrm>
            <a:off x="9866543" y="256793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2034" name="Google Shape;2034;p43"/>
          <p:cNvSpPr/>
          <p:nvPr/>
        </p:nvSpPr>
        <p:spPr>
          <a:xfrm>
            <a:off x="10953786" y="296198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035" name="Google Shape;2035;p43"/>
          <p:cNvSpPr txBox="1"/>
          <p:nvPr/>
        </p:nvSpPr>
        <p:spPr>
          <a:xfrm>
            <a:off x="10996275" y="2560676"/>
            <a:ext cx="876260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2036" name="Google Shape;2036;p43"/>
          <p:cNvSpPr/>
          <p:nvPr/>
        </p:nvSpPr>
        <p:spPr>
          <a:xfrm>
            <a:off x="3473354" y="29848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037" name="Google Shape;2037;p43"/>
          <p:cNvSpPr txBox="1"/>
          <p:nvPr/>
        </p:nvSpPr>
        <p:spPr>
          <a:xfrm>
            <a:off x="2414766" y="3045535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8" name="Google Shape;2038;p43"/>
          <p:cNvSpPr/>
          <p:nvPr/>
        </p:nvSpPr>
        <p:spPr>
          <a:xfrm>
            <a:off x="3551655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039" name="Google Shape;2039;p43"/>
          <p:cNvSpPr/>
          <p:nvPr/>
        </p:nvSpPr>
        <p:spPr>
          <a:xfrm>
            <a:off x="473802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040" name="Google Shape;2040;p43"/>
          <p:cNvSpPr/>
          <p:nvPr/>
        </p:nvSpPr>
        <p:spPr>
          <a:xfrm>
            <a:off x="593378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041" name="Google Shape;2041;p43"/>
          <p:cNvSpPr/>
          <p:nvPr/>
        </p:nvSpPr>
        <p:spPr>
          <a:xfrm>
            <a:off x="7127193" y="99529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042" name="Google Shape;2042;p43"/>
          <p:cNvSpPr/>
          <p:nvPr/>
        </p:nvSpPr>
        <p:spPr>
          <a:xfrm>
            <a:off x="831356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043" name="Google Shape;2043;p43"/>
          <p:cNvSpPr/>
          <p:nvPr/>
        </p:nvSpPr>
        <p:spPr>
          <a:xfrm>
            <a:off x="9499941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044" name="Google Shape;2044;p43"/>
          <p:cNvSpPr/>
          <p:nvPr/>
        </p:nvSpPr>
        <p:spPr>
          <a:xfrm>
            <a:off x="10686315" y="995292"/>
            <a:ext cx="1186374" cy="604910"/>
          </a:xfrm>
          <a:prstGeom prst="rect">
            <a:avLst/>
          </a:prstGeom>
          <a:solidFill>
            <a:srgbClr val="F7CAAC"/>
          </a:solidFill>
          <a:ln cap="flat" cmpd="sng" w="12700">
            <a:solidFill>
              <a:srgbClr val="F7CAA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045" name="Google Shape;2045;p43"/>
          <p:cNvSpPr txBox="1"/>
          <p:nvPr/>
        </p:nvSpPr>
        <p:spPr>
          <a:xfrm>
            <a:off x="355165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046" name="Google Shape;2046;p43"/>
          <p:cNvSpPr txBox="1"/>
          <p:nvPr/>
        </p:nvSpPr>
        <p:spPr>
          <a:xfrm>
            <a:off x="459969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2047" name="Google Shape;2047;p43"/>
          <p:cNvSpPr txBox="1"/>
          <p:nvPr/>
        </p:nvSpPr>
        <p:spPr>
          <a:xfrm>
            <a:off x="592440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2048" name="Google Shape;2048;p43"/>
          <p:cNvSpPr txBox="1"/>
          <p:nvPr/>
        </p:nvSpPr>
        <p:spPr>
          <a:xfrm>
            <a:off x="697244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2049" name="Google Shape;2049;p43"/>
          <p:cNvSpPr txBox="1"/>
          <p:nvPr/>
        </p:nvSpPr>
        <p:spPr>
          <a:xfrm>
            <a:off x="837765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2050" name="Google Shape;2050;p43"/>
          <p:cNvSpPr txBox="1"/>
          <p:nvPr/>
        </p:nvSpPr>
        <p:spPr>
          <a:xfrm>
            <a:off x="942569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051" name="Google Shape;2051;p43"/>
          <p:cNvSpPr txBox="1"/>
          <p:nvPr/>
        </p:nvSpPr>
        <p:spPr>
          <a:xfrm>
            <a:off x="10750407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052" name="Google Shape;2052;p43"/>
          <p:cNvSpPr txBox="1"/>
          <p:nvPr/>
        </p:nvSpPr>
        <p:spPr>
          <a:xfrm>
            <a:off x="2567166" y="585364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3" name="Google Shape;2053;p43"/>
          <p:cNvSpPr/>
          <p:nvPr/>
        </p:nvSpPr>
        <p:spPr>
          <a:xfrm>
            <a:off x="3718570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054" name="Google Shape;2054;p43"/>
          <p:cNvSpPr/>
          <p:nvPr/>
        </p:nvSpPr>
        <p:spPr>
          <a:xfrm>
            <a:off x="4904944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055" name="Google Shape;2055;p43"/>
          <p:cNvSpPr/>
          <p:nvPr/>
        </p:nvSpPr>
        <p:spPr>
          <a:xfrm>
            <a:off x="6100698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056" name="Google Shape;2056;p43"/>
          <p:cNvSpPr/>
          <p:nvPr/>
        </p:nvSpPr>
        <p:spPr>
          <a:xfrm>
            <a:off x="7294108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057" name="Google Shape;2057;p43"/>
          <p:cNvSpPr/>
          <p:nvPr/>
        </p:nvSpPr>
        <p:spPr>
          <a:xfrm>
            <a:off x="8480482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058" name="Google Shape;2058;p43"/>
          <p:cNvSpPr/>
          <p:nvPr/>
        </p:nvSpPr>
        <p:spPr>
          <a:xfrm>
            <a:off x="9666856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059" name="Google Shape;2059;p43"/>
          <p:cNvSpPr/>
          <p:nvPr/>
        </p:nvSpPr>
        <p:spPr>
          <a:xfrm>
            <a:off x="10853230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060" name="Google Shape;2060;p43"/>
          <p:cNvSpPr txBox="1"/>
          <p:nvPr/>
        </p:nvSpPr>
        <p:spPr>
          <a:xfrm>
            <a:off x="371857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061" name="Google Shape;2061;p43"/>
          <p:cNvSpPr txBox="1"/>
          <p:nvPr/>
        </p:nvSpPr>
        <p:spPr>
          <a:xfrm>
            <a:off x="476661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2062" name="Google Shape;2062;p43"/>
          <p:cNvSpPr txBox="1"/>
          <p:nvPr/>
        </p:nvSpPr>
        <p:spPr>
          <a:xfrm>
            <a:off x="609131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2063" name="Google Shape;2063;p43"/>
          <p:cNvSpPr txBox="1"/>
          <p:nvPr/>
        </p:nvSpPr>
        <p:spPr>
          <a:xfrm>
            <a:off x="713935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2064" name="Google Shape;2064;p43"/>
          <p:cNvSpPr txBox="1"/>
          <p:nvPr/>
        </p:nvSpPr>
        <p:spPr>
          <a:xfrm>
            <a:off x="854457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2065" name="Google Shape;2065;p43"/>
          <p:cNvSpPr txBox="1"/>
          <p:nvPr/>
        </p:nvSpPr>
        <p:spPr>
          <a:xfrm>
            <a:off x="959261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066" name="Google Shape;2066;p43"/>
          <p:cNvSpPr txBox="1"/>
          <p:nvPr/>
        </p:nvSpPr>
        <p:spPr>
          <a:xfrm>
            <a:off x="10917322" y="4996909"/>
            <a:ext cx="1176994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067" name="Google Shape;2067;p43"/>
          <p:cNvSpPr txBox="1"/>
          <p:nvPr/>
        </p:nvSpPr>
        <p:spPr>
          <a:xfrm>
            <a:off x="2538134" y="5723428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8" name="Google Shape;2068;p43"/>
          <p:cNvCxnSpPr/>
          <p:nvPr/>
        </p:nvCxnSpPr>
        <p:spPr>
          <a:xfrm>
            <a:off x="11213349" y="23830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69" name="Google Shape;2069;p43"/>
          <p:cNvCxnSpPr/>
          <p:nvPr/>
        </p:nvCxnSpPr>
        <p:spPr>
          <a:xfrm>
            <a:off x="10140313" y="222556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70" name="Google Shape;2070;p43"/>
          <p:cNvCxnSpPr/>
          <p:nvPr/>
        </p:nvCxnSpPr>
        <p:spPr>
          <a:xfrm>
            <a:off x="10132219" y="238304"/>
            <a:ext cx="106684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71" name="Google Shape;2071;p43"/>
          <p:cNvCxnSpPr/>
          <p:nvPr/>
        </p:nvCxnSpPr>
        <p:spPr>
          <a:xfrm>
            <a:off x="9131573" y="215300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72" name="Google Shape;2072;p43"/>
          <p:cNvCxnSpPr/>
          <p:nvPr/>
        </p:nvCxnSpPr>
        <p:spPr>
          <a:xfrm>
            <a:off x="9123479" y="231048"/>
            <a:ext cx="106684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73" name="Google Shape;2073;p43"/>
          <p:cNvCxnSpPr/>
          <p:nvPr/>
        </p:nvCxnSpPr>
        <p:spPr>
          <a:xfrm>
            <a:off x="7905119" y="222560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74" name="Google Shape;2074;p43"/>
          <p:cNvCxnSpPr/>
          <p:nvPr/>
        </p:nvCxnSpPr>
        <p:spPr>
          <a:xfrm>
            <a:off x="7911539" y="238308"/>
            <a:ext cx="120552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75" name="Google Shape;2075;p43"/>
          <p:cNvSpPr/>
          <p:nvPr/>
        </p:nvSpPr>
        <p:spPr>
          <a:xfrm>
            <a:off x="10988555" y="3651411"/>
            <a:ext cx="918748" cy="604910"/>
          </a:xfrm>
          <a:prstGeom prst="rect">
            <a:avLst/>
          </a:prstGeom>
          <a:noFill/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076" name="Google Shape;2076;p43"/>
          <p:cNvSpPr txBox="1"/>
          <p:nvPr/>
        </p:nvSpPr>
        <p:spPr>
          <a:xfrm>
            <a:off x="0" y="225083"/>
            <a:ext cx="3418449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j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0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2081;p44"/>
          <p:cNvSpPr txBox="1"/>
          <p:nvPr/>
        </p:nvSpPr>
        <p:spPr>
          <a:xfrm>
            <a:off x="3326613" y="261981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082" name="Google Shape;2082;p44"/>
          <p:cNvSpPr txBox="1"/>
          <p:nvPr/>
        </p:nvSpPr>
        <p:spPr>
          <a:xfrm>
            <a:off x="4392102" y="259880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2083" name="Google Shape;2083;p44"/>
          <p:cNvSpPr txBox="1"/>
          <p:nvPr/>
        </p:nvSpPr>
        <p:spPr>
          <a:xfrm>
            <a:off x="5359746" y="2577792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2084" name="Google Shape;2084;p44"/>
          <p:cNvSpPr txBox="1"/>
          <p:nvPr/>
        </p:nvSpPr>
        <p:spPr>
          <a:xfrm>
            <a:off x="6278494" y="2573418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2085" name="Google Shape;2085;p44"/>
          <p:cNvSpPr txBox="1"/>
          <p:nvPr/>
        </p:nvSpPr>
        <p:spPr>
          <a:xfrm>
            <a:off x="7192504" y="2569044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2086" name="Google Shape;2086;p44"/>
          <p:cNvSpPr txBox="1"/>
          <p:nvPr/>
        </p:nvSpPr>
        <p:spPr>
          <a:xfrm>
            <a:off x="8040394" y="256904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087" name="Google Shape;2087;p44"/>
          <p:cNvSpPr txBox="1"/>
          <p:nvPr/>
        </p:nvSpPr>
        <p:spPr>
          <a:xfrm>
            <a:off x="8955225" y="258447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088" name="Google Shape;2088;p44"/>
          <p:cNvSpPr/>
          <p:nvPr/>
        </p:nvSpPr>
        <p:spPr>
          <a:xfrm>
            <a:off x="4394317" y="297760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089" name="Google Shape;2089;p44"/>
          <p:cNvSpPr/>
          <p:nvPr/>
        </p:nvSpPr>
        <p:spPr>
          <a:xfrm>
            <a:off x="5359746" y="2975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090" name="Google Shape;2090;p44"/>
          <p:cNvSpPr/>
          <p:nvPr/>
        </p:nvSpPr>
        <p:spPr>
          <a:xfrm>
            <a:off x="6278663" y="297649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091" name="Google Shape;2091;p44"/>
          <p:cNvSpPr/>
          <p:nvPr/>
        </p:nvSpPr>
        <p:spPr>
          <a:xfrm>
            <a:off x="7227344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092" name="Google Shape;2092;p44"/>
          <p:cNvSpPr/>
          <p:nvPr/>
        </p:nvSpPr>
        <p:spPr>
          <a:xfrm>
            <a:off x="8146261" y="297035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093" name="Google Shape;2093;p44"/>
          <p:cNvSpPr/>
          <p:nvPr/>
        </p:nvSpPr>
        <p:spPr>
          <a:xfrm>
            <a:off x="9111690" y="296813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094" name="Google Shape;2094;p44"/>
          <p:cNvSpPr/>
          <p:nvPr/>
        </p:nvSpPr>
        <p:spPr>
          <a:xfrm>
            <a:off x="10030607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095" name="Google Shape;2095;p44"/>
          <p:cNvSpPr txBox="1"/>
          <p:nvPr/>
        </p:nvSpPr>
        <p:spPr>
          <a:xfrm>
            <a:off x="9866543" y="256793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2096" name="Google Shape;2096;p44"/>
          <p:cNvSpPr/>
          <p:nvPr/>
        </p:nvSpPr>
        <p:spPr>
          <a:xfrm>
            <a:off x="10953786" y="296198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097" name="Google Shape;2097;p44"/>
          <p:cNvSpPr txBox="1"/>
          <p:nvPr/>
        </p:nvSpPr>
        <p:spPr>
          <a:xfrm>
            <a:off x="10996275" y="2560676"/>
            <a:ext cx="876260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2098" name="Google Shape;2098;p44"/>
          <p:cNvSpPr/>
          <p:nvPr/>
        </p:nvSpPr>
        <p:spPr>
          <a:xfrm>
            <a:off x="3473354" y="29848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099" name="Google Shape;2099;p44"/>
          <p:cNvSpPr txBox="1"/>
          <p:nvPr/>
        </p:nvSpPr>
        <p:spPr>
          <a:xfrm>
            <a:off x="2414766" y="3045535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0" name="Google Shape;2100;p44"/>
          <p:cNvSpPr/>
          <p:nvPr/>
        </p:nvSpPr>
        <p:spPr>
          <a:xfrm>
            <a:off x="3551655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101" name="Google Shape;2101;p44"/>
          <p:cNvSpPr/>
          <p:nvPr/>
        </p:nvSpPr>
        <p:spPr>
          <a:xfrm>
            <a:off x="473802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102" name="Google Shape;2102;p44"/>
          <p:cNvSpPr/>
          <p:nvPr/>
        </p:nvSpPr>
        <p:spPr>
          <a:xfrm>
            <a:off x="593378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103" name="Google Shape;2103;p44"/>
          <p:cNvSpPr/>
          <p:nvPr/>
        </p:nvSpPr>
        <p:spPr>
          <a:xfrm>
            <a:off x="7127193" y="99529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104" name="Google Shape;2104;p44"/>
          <p:cNvSpPr/>
          <p:nvPr/>
        </p:nvSpPr>
        <p:spPr>
          <a:xfrm>
            <a:off x="831356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105" name="Google Shape;2105;p44"/>
          <p:cNvSpPr/>
          <p:nvPr/>
        </p:nvSpPr>
        <p:spPr>
          <a:xfrm>
            <a:off x="9499941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106" name="Google Shape;2106;p44"/>
          <p:cNvSpPr/>
          <p:nvPr/>
        </p:nvSpPr>
        <p:spPr>
          <a:xfrm>
            <a:off x="10686315" y="995292"/>
            <a:ext cx="1186374" cy="604910"/>
          </a:xfrm>
          <a:prstGeom prst="rect">
            <a:avLst/>
          </a:prstGeom>
          <a:solidFill>
            <a:srgbClr val="F7CAAC"/>
          </a:solidFill>
          <a:ln cap="flat" cmpd="sng" w="12700">
            <a:solidFill>
              <a:srgbClr val="F7CAA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107" name="Google Shape;2107;p44"/>
          <p:cNvSpPr txBox="1"/>
          <p:nvPr/>
        </p:nvSpPr>
        <p:spPr>
          <a:xfrm>
            <a:off x="355165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108" name="Google Shape;2108;p44"/>
          <p:cNvSpPr txBox="1"/>
          <p:nvPr/>
        </p:nvSpPr>
        <p:spPr>
          <a:xfrm>
            <a:off x="459969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2109" name="Google Shape;2109;p44"/>
          <p:cNvSpPr txBox="1"/>
          <p:nvPr/>
        </p:nvSpPr>
        <p:spPr>
          <a:xfrm>
            <a:off x="592440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2110" name="Google Shape;2110;p44"/>
          <p:cNvSpPr txBox="1"/>
          <p:nvPr/>
        </p:nvSpPr>
        <p:spPr>
          <a:xfrm>
            <a:off x="697244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2111" name="Google Shape;2111;p44"/>
          <p:cNvSpPr txBox="1"/>
          <p:nvPr/>
        </p:nvSpPr>
        <p:spPr>
          <a:xfrm>
            <a:off x="837765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2112" name="Google Shape;2112;p44"/>
          <p:cNvSpPr txBox="1"/>
          <p:nvPr/>
        </p:nvSpPr>
        <p:spPr>
          <a:xfrm>
            <a:off x="942569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113" name="Google Shape;2113;p44"/>
          <p:cNvSpPr txBox="1"/>
          <p:nvPr/>
        </p:nvSpPr>
        <p:spPr>
          <a:xfrm>
            <a:off x="10750407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114" name="Google Shape;2114;p44"/>
          <p:cNvSpPr txBox="1"/>
          <p:nvPr/>
        </p:nvSpPr>
        <p:spPr>
          <a:xfrm>
            <a:off x="2567166" y="585364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5" name="Google Shape;2115;p44"/>
          <p:cNvSpPr/>
          <p:nvPr/>
        </p:nvSpPr>
        <p:spPr>
          <a:xfrm>
            <a:off x="3718570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116" name="Google Shape;2116;p44"/>
          <p:cNvSpPr/>
          <p:nvPr/>
        </p:nvSpPr>
        <p:spPr>
          <a:xfrm>
            <a:off x="4904944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117" name="Google Shape;2117;p44"/>
          <p:cNvSpPr/>
          <p:nvPr/>
        </p:nvSpPr>
        <p:spPr>
          <a:xfrm>
            <a:off x="6100698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118" name="Google Shape;2118;p44"/>
          <p:cNvSpPr/>
          <p:nvPr/>
        </p:nvSpPr>
        <p:spPr>
          <a:xfrm>
            <a:off x="7294108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119" name="Google Shape;2119;p44"/>
          <p:cNvSpPr/>
          <p:nvPr/>
        </p:nvSpPr>
        <p:spPr>
          <a:xfrm>
            <a:off x="8480482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120" name="Google Shape;2120;p44"/>
          <p:cNvSpPr/>
          <p:nvPr/>
        </p:nvSpPr>
        <p:spPr>
          <a:xfrm>
            <a:off x="9666856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121" name="Google Shape;2121;p44"/>
          <p:cNvSpPr/>
          <p:nvPr/>
        </p:nvSpPr>
        <p:spPr>
          <a:xfrm>
            <a:off x="10853230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122" name="Google Shape;2122;p44"/>
          <p:cNvSpPr txBox="1"/>
          <p:nvPr/>
        </p:nvSpPr>
        <p:spPr>
          <a:xfrm>
            <a:off x="371857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123" name="Google Shape;2123;p44"/>
          <p:cNvSpPr txBox="1"/>
          <p:nvPr/>
        </p:nvSpPr>
        <p:spPr>
          <a:xfrm>
            <a:off x="476661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2124" name="Google Shape;2124;p44"/>
          <p:cNvSpPr txBox="1"/>
          <p:nvPr/>
        </p:nvSpPr>
        <p:spPr>
          <a:xfrm>
            <a:off x="609131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2125" name="Google Shape;2125;p44"/>
          <p:cNvSpPr txBox="1"/>
          <p:nvPr/>
        </p:nvSpPr>
        <p:spPr>
          <a:xfrm>
            <a:off x="713935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2126" name="Google Shape;2126;p44"/>
          <p:cNvSpPr txBox="1"/>
          <p:nvPr/>
        </p:nvSpPr>
        <p:spPr>
          <a:xfrm>
            <a:off x="854457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2127" name="Google Shape;2127;p44"/>
          <p:cNvSpPr txBox="1"/>
          <p:nvPr/>
        </p:nvSpPr>
        <p:spPr>
          <a:xfrm>
            <a:off x="959261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128" name="Google Shape;2128;p44"/>
          <p:cNvSpPr txBox="1"/>
          <p:nvPr/>
        </p:nvSpPr>
        <p:spPr>
          <a:xfrm>
            <a:off x="10917322" y="499690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129" name="Google Shape;2129;p44"/>
          <p:cNvSpPr txBox="1"/>
          <p:nvPr/>
        </p:nvSpPr>
        <p:spPr>
          <a:xfrm>
            <a:off x="2538134" y="5723428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0" name="Google Shape;2130;p44"/>
          <p:cNvCxnSpPr/>
          <p:nvPr/>
        </p:nvCxnSpPr>
        <p:spPr>
          <a:xfrm>
            <a:off x="11213349" y="23830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31" name="Google Shape;2131;p44"/>
          <p:cNvCxnSpPr/>
          <p:nvPr/>
        </p:nvCxnSpPr>
        <p:spPr>
          <a:xfrm>
            <a:off x="10140313" y="222556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32" name="Google Shape;2132;p44"/>
          <p:cNvCxnSpPr/>
          <p:nvPr/>
        </p:nvCxnSpPr>
        <p:spPr>
          <a:xfrm>
            <a:off x="10132219" y="238304"/>
            <a:ext cx="106684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33" name="Google Shape;2133;p44"/>
          <p:cNvCxnSpPr/>
          <p:nvPr/>
        </p:nvCxnSpPr>
        <p:spPr>
          <a:xfrm>
            <a:off x="9131573" y="215300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34" name="Google Shape;2134;p44"/>
          <p:cNvCxnSpPr/>
          <p:nvPr/>
        </p:nvCxnSpPr>
        <p:spPr>
          <a:xfrm>
            <a:off x="9123479" y="231048"/>
            <a:ext cx="106684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35" name="Google Shape;2135;p44"/>
          <p:cNvCxnSpPr/>
          <p:nvPr/>
        </p:nvCxnSpPr>
        <p:spPr>
          <a:xfrm>
            <a:off x="7905119" y="222560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36" name="Google Shape;2136;p44"/>
          <p:cNvCxnSpPr/>
          <p:nvPr/>
        </p:nvCxnSpPr>
        <p:spPr>
          <a:xfrm>
            <a:off x="7911539" y="238308"/>
            <a:ext cx="120552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37" name="Google Shape;2137;p44"/>
          <p:cNvCxnSpPr/>
          <p:nvPr/>
        </p:nvCxnSpPr>
        <p:spPr>
          <a:xfrm flipH="1" rot="-5400000">
            <a:off x="7336385" y="1813757"/>
            <a:ext cx="4473900" cy="3229800"/>
          </a:xfrm>
          <a:prstGeom prst="curvedConnector3">
            <a:avLst>
              <a:gd fmla="val 50002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38" name="Google Shape;2138;p44"/>
          <p:cNvSpPr txBox="1"/>
          <p:nvPr/>
        </p:nvSpPr>
        <p:spPr>
          <a:xfrm>
            <a:off x="0" y="225083"/>
            <a:ext cx="3418449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j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2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p45"/>
          <p:cNvSpPr txBox="1"/>
          <p:nvPr/>
        </p:nvSpPr>
        <p:spPr>
          <a:xfrm>
            <a:off x="3326613" y="261981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144" name="Google Shape;2144;p45"/>
          <p:cNvSpPr txBox="1"/>
          <p:nvPr/>
        </p:nvSpPr>
        <p:spPr>
          <a:xfrm>
            <a:off x="4392102" y="259880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2145" name="Google Shape;2145;p45"/>
          <p:cNvSpPr txBox="1"/>
          <p:nvPr/>
        </p:nvSpPr>
        <p:spPr>
          <a:xfrm>
            <a:off x="5359746" y="2577792"/>
            <a:ext cx="879280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2146" name="Google Shape;2146;p45"/>
          <p:cNvSpPr txBox="1"/>
          <p:nvPr/>
        </p:nvSpPr>
        <p:spPr>
          <a:xfrm>
            <a:off x="6278494" y="2573418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2147" name="Google Shape;2147;p45"/>
          <p:cNvSpPr txBox="1"/>
          <p:nvPr/>
        </p:nvSpPr>
        <p:spPr>
          <a:xfrm>
            <a:off x="7192504" y="2569044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2148" name="Google Shape;2148;p45"/>
          <p:cNvSpPr txBox="1"/>
          <p:nvPr/>
        </p:nvSpPr>
        <p:spPr>
          <a:xfrm>
            <a:off x="8040394" y="256904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149" name="Google Shape;2149;p45"/>
          <p:cNvSpPr txBox="1"/>
          <p:nvPr/>
        </p:nvSpPr>
        <p:spPr>
          <a:xfrm>
            <a:off x="8955225" y="258447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150" name="Google Shape;2150;p45"/>
          <p:cNvSpPr/>
          <p:nvPr/>
        </p:nvSpPr>
        <p:spPr>
          <a:xfrm>
            <a:off x="4394317" y="297760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151" name="Google Shape;2151;p45"/>
          <p:cNvSpPr/>
          <p:nvPr/>
        </p:nvSpPr>
        <p:spPr>
          <a:xfrm>
            <a:off x="5359746" y="2975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152" name="Google Shape;2152;p45"/>
          <p:cNvSpPr/>
          <p:nvPr/>
        </p:nvSpPr>
        <p:spPr>
          <a:xfrm>
            <a:off x="6278663" y="297649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153" name="Google Shape;2153;p45"/>
          <p:cNvSpPr/>
          <p:nvPr/>
        </p:nvSpPr>
        <p:spPr>
          <a:xfrm>
            <a:off x="7227344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154" name="Google Shape;2154;p45"/>
          <p:cNvSpPr/>
          <p:nvPr/>
        </p:nvSpPr>
        <p:spPr>
          <a:xfrm>
            <a:off x="8146261" y="297035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155" name="Google Shape;2155;p45"/>
          <p:cNvSpPr/>
          <p:nvPr/>
        </p:nvSpPr>
        <p:spPr>
          <a:xfrm>
            <a:off x="9111690" y="296813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156" name="Google Shape;2156;p45"/>
          <p:cNvSpPr/>
          <p:nvPr/>
        </p:nvSpPr>
        <p:spPr>
          <a:xfrm>
            <a:off x="10030607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157" name="Google Shape;2157;p45"/>
          <p:cNvSpPr txBox="1"/>
          <p:nvPr/>
        </p:nvSpPr>
        <p:spPr>
          <a:xfrm>
            <a:off x="9866543" y="256793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2158" name="Google Shape;2158;p45"/>
          <p:cNvSpPr/>
          <p:nvPr/>
        </p:nvSpPr>
        <p:spPr>
          <a:xfrm>
            <a:off x="10953786" y="296198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159" name="Google Shape;2159;p45"/>
          <p:cNvSpPr txBox="1"/>
          <p:nvPr/>
        </p:nvSpPr>
        <p:spPr>
          <a:xfrm>
            <a:off x="10996275" y="2560676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2160" name="Google Shape;2160;p45"/>
          <p:cNvSpPr/>
          <p:nvPr/>
        </p:nvSpPr>
        <p:spPr>
          <a:xfrm>
            <a:off x="3473354" y="29848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161" name="Google Shape;2161;p45"/>
          <p:cNvSpPr txBox="1"/>
          <p:nvPr/>
        </p:nvSpPr>
        <p:spPr>
          <a:xfrm>
            <a:off x="2414766" y="3045535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2" name="Google Shape;2162;p45"/>
          <p:cNvSpPr/>
          <p:nvPr/>
        </p:nvSpPr>
        <p:spPr>
          <a:xfrm>
            <a:off x="3551655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163" name="Google Shape;2163;p45"/>
          <p:cNvSpPr/>
          <p:nvPr/>
        </p:nvSpPr>
        <p:spPr>
          <a:xfrm>
            <a:off x="473802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164" name="Google Shape;2164;p45"/>
          <p:cNvSpPr/>
          <p:nvPr/>
        </p:nvSpPr>
        <p:spPr>
          <a:xfrm>
            <a:off x="5933783" y="99529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165" name="Google Shape;2165;p45"/>
          <p:cNvSpPr/>
          <p:nvPr/>
        </p:nvSpPr>
        <p:spPr>
          <a:xfrm>
            <a:off x="712719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166" name="Google Shape;2166;p45"/>
          <p:cNvSpPr/>
          <p:nvPr/>
        </p:nvSpPr>
        <p:spPr>
          <a:xfrm>
            <a:off x="831356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167" name="Google Shape;2167;p45"/>
          <p:cNvSpPr/>
          <p:nvPr/>
        </p:nvSpPr>
        <p:spPr>
          <a:xfrm>
            <a:off x="9499941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168" name="Google Shape;2168;p45"/>
          <p:cNvSpPr/>
          <p:nvPr/>
        </p:nvSpPr>
        <p:spPr>
          <a:xfrm>
            <a:off x="10686315" y="995292"/>
            <a:ext cx="1186374" cy="604910"/>
          </a:xfrm>
          <a:prstGeom prst="rect">
            <a:avLst/>
          </a:prstGeom>
          <a:solidFill>
            <a:srgbClr val="F7CAAC"/>
          </a:solidFill>
          <a:ln cap="flat" cmpd="sng" w="12700">
            <a:solidFill>
              <a:srgbClr val="F7CAA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169" name="Google Shape;2169;p45"/>
          <p:cNvSpPr txBox="1"/>
          <p:nvPr/>
        </p:nvSpPr>
        <p:spPr>
          <a:xfrm>
            <a:off x="355165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170" name="Google Shape;2170;p45"/>
          <p:cNvSpPr txBox="1"/>
          <p:nvPr/>
        </p:nvSpPr>
        <p:spPr>
          <a:xfrm>
            <a:off x="459969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2171" name="Google Shape;2171;p45"/>
          <p:cNvSpPr txBox="1"/>
          <p:nvPr/>
        </p:nvSpPr>
        <p:spPr>
          <a:xfrm>
            <a:off x="592440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2172" name="Google Shape;2172;p45"/>
          <p:cNvSpPr txBox="1"/>
          <p:nvPr/>
        </p:nvSpPr>
        <p:spPr>
          <a:xfrm>
            <a:off x="697244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2173" name="Google Shape;2173;p45"/>
          <p:cNvSpPr txBox="1"/>
          <p:nvPr/>
        </p:nvSpPr>
        <p:spPr>
          <a:xfrm>
            <a:off x="837765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2174" name="Google Shape;2174;p45"/>
          <p:cNvSpPr txBox="1"/>
          <p:nvPr/>
        </p:nvSpPr>
        <p:spPr>
          <a:xfrm>
            <a:off x="942569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175" name="Google Shape;2175;p45"/>
          <p:cNvSpPr txBox="1"/>
          <p:nvPr/>
        </p:nvSpPr>
        <p:spPr>
          <a:xfrm>
            <a:off x="10750407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176" name="Google Shape;2176;p45"/>
          <p:cNvSpPr txBox="1"/>
          <p:nvPr/>
        </p:nvSpPr>
        <p:spPr>
          <a:xfrm>
            <a:off x="2567166" y="585364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7" name="Google Shape;2177;p45"/>
          <p:cNvSpPr/>
          <p:nvPr/>
        </p:nvSpPr>
        <p:spPr>
          <a:xfrm>
            <a:off x="3718570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178" name="Google Shape;2178;p45"/>
          <p:cNvSpPr/>
          <p:nvPr/>
        </p:nvSpPr>
        <p:spPr>
          <a:xfrm>
            <a:off x="4904944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179" name="Google Shape;2179;p45"/>
          <p:cNvSpPr/>
          <p:nvPr/>
        </p:nvSpPr>
        <p:spPr>
          <a:xfrm>
            <a:off x="6100698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180" name="Google Shape;2180;p45"/>
          <p:cNvSpPr/>
          <p:nvPr/>
        </p:nvSpPr>
        <p:spPr>
          <a:xfrm>
            <a:off x="7294108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181" name="Google Shape;2181;p45"/>
          <p:cNvSpPr/>
          <p:nvPr/>
        </p:nvSpPr>
        <p:spPr>
          <a:xfrm>
            <a:off x="8480482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182" name="Google Shape;2182;p45"/>
          <p:cNvSpPr/>
          <p:nvPr/>
        </p:nvSpPr>
        <p:spPr>
          <a:xfrm>
            <a:off x="9666856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183" name="Google Shape;2183;p45"/>
          <p:cNvSpPr/>
          <p:nvPr/>
        </p:nvSpPr>
        <p:spPr>
          <a:xfrm>
            <a:off x="10853230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184" name="Google Shape;2184;p45"/>
          <p:cNvSpPr txBox="1"/>
          <p:nvPr/>
        </p:nvSpPr>
        <p:spPr>
          <a:xfrm>
            <a:off x="371857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185" name="Google Shape;2185;p45"/>
          <p:cNvSpPr txBox="1"/>
          <p:nvPr/>
        </p:nvSpPr>
        <p:spPr>
          <a:xfrm>
            <a:off x="476661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2186" name="Google Shape;2186;p45"/>
          <p:cNvSpPr txBox="1"/>
          <p:nvPr/>
        </p:nvSpPr>
        <p:spPr>
          <a:xfrm>
            <a:off x="6091318" y="5033193"/>
            <a:ext cx="1176994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2187" name="Google Shape;2187;p45"/>
          <p:cNvSpPr txBox="1"/>
          <p:nvPr/>
        </p:nvSpPr>
        <p:spPr>
          <a:xfrm>
            <a:off x="713935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2188" name="Google Shape;2188;p45"/>
          <p:cNvSpPr txBox="1"/>
          <p:nvPr/>
        </p:nvSpPr>
        <p:spPr>
          <a:xfrm>
            <a:off x="854457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2189" name="Google Shape;2189;p45"/>
          <p:cNvSpPr txBox="1"/>
          <p:nvPr/>
        </p:nvSpPr>
        <p:spPr>
          <a:xfrm>
            <a:off x="959261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190" name="Google Shape;2190;p45"/>
          <p:cNvSpPr txBox="1"/>
          <p:nvPr/>
        </p:nvSpPr>
        <p:spPr>
          <a:xfrm>
            <a:off x="10917322" y="499690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191" name="Google Shape;2191;p45"/>
          <p:cNvSpPr txBox="1"/>
          <p:nvPr/>
        </p:nvSpPr>
        <p:spPr>
          <a:xfrm>
            <a:off x="2538134" y="5723428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2" name="Google Shape;2192;p45"/>
          <p:cNvCxnSpPr/>
          <p:nvPr/>
        </p:nvCxnSpPr>
        <p:spPr>
          <a:xfrm>
            <a:off x="11213349" y="23830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93" name="Google Shape;2193;p45"/>
          <p:cNvCxnSpPr/>
          <p:nvPr/>
        </p:nvCxnSpPr>
        <p:spPr>
          <a:xfrm>
            <a:off x="10140313" y="222556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94" name="Google Shape;2194;p45"/>
          <p:cNvCxnSpPr/>
          <p:nvPr/>
        </p:nvCxnSpPr>
        <p:spPr>
          <a:xfrm>
            <a:off x="10132219" y="238304"/>
            <a:ext cx="106684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95" name="Google Shape;2195;p45"/>
          <p:cNvCxnSpPr/>
          <p:nvPr/>
        </p:nvCxnSpPr>
        <p:spPr>
          <a:xfrm>
            <a:off x="9131573" y="215300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96" name="Google Shape;2196;p45"/>
          <p:cNvCxnSpPr/>
          <p:nvPr/>
        </p:nvCxnSpPr>
        <p:spPr>
          <a:xfrm>
            <a:off x="9123479" y="231048"/>
            <a:ext cx="106684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97" name="Google Shape;2197;p45"/>
          <p:cNvCxnSpPr/>
          <p:nvPr/>
        </p:nvCxnSpPr>
        <p:spPr>
          <a:xfrm>
            <a:off x="7905119" y="222560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98" name="Google Shape;2198;p45"/>
          <p:cNvCxnSpPr/>
          <p:nvPr/>
        </p:nvCxnSpPr>
        <p:spPr>
          <a:xfrm>
            <a:off x="7911539" y="238308"/>
            <a:ext cx="120552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99" name="Google Shape;2199;p45"/>
          <p:cNvCxnSpPr/>
          <p:nvPr/>
        </p:nvCxnSpPr>
        <p:spPr>
          <a:xfrm>
            <a:off x="6707691" y="215305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00" name="Google Shape;2200;p45"/>
          <p:cNvCxnSpPr/>
          <p:nvPr/>
        </p:nvCxnSpPr>
        <p:spPr>
          <a:xfrm>
            <a:off x="6714111" y="231053"/>
            <a:ext cx="120552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01" name="Google Shape;2201;p45"/>
          <p:cNvSpPr/>
          <p:nvPr/>
        </p:nvSpPr>
        <p:spPr>
          <a:xfrm>
            <a:off x="5367006" y="3664817"/>
            <a:ext cx="918748" cy="604910"/>
          </a:xfrm>
          <a:prstGeom prst="rect">
            <a:avLst/>
          </a:prstGeom>
          <a:noFill/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202" name="Google Shape;2202;p45"/>
          <p:cNvSpPr txBox="1"/>
          <p:nvPr/>
        </p:nvSpPr>
        <p:spPr>
          <a:xfrm>
            <a:off x="0" y="225083"/>
            <a:ext cx="3418449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j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6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Google Shape;2207;p46"/>
          <p:cNvSpPr txBox="1"/>
          <p:nvPr/>
        </p:nvSpPr>
        <p:spPr>
          <a:xfrm>
            <a:off x="3326613" y="261981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208" name="Google Shape;2208;p46"/>
          <p:cNvSpPr txBox="1"/>
          <p:nvPr/>
        </p:nvSpPr>
        <p:spPr>
          <a:xfrm>
            <a:off x="4392102" y="259880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2209" name="Google Shape;2209;p46"/>
          <p:cNvSpPr txBox="1"/>
          <p:nvPr/>
        </p:nvSpPr>
        <p:spPr>
          <a:xfrm>
            <a:off x="5359746" y="2577792"/>
            <a:ext cx="879280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2210" name="Google Shape;2210;p46"/>
          <p:cNvSpPr txBox="1"/>
          <p:nvPr/>
        </p:nvSpPr>
        <p:spPr>
          <a:xfrm>
            <a:off x="6278494" y="2573418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2211" name="Google Shape;2211;p46"/>
          <p:cNvSpPr txBox="1"/>
          <p:nvPr/>
        </p:nvSpPr>
        <p:spPr>
          <a:xfrm>
            <a:off x="7192504" y="2569044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2212" name="Google Shape;2212;p46"/>
          <p:cNvSpPr txBox="1"/>
          <p:nvPr/>
        </p:nvSpPr>
        <p:spPr>
          <a:xfrm>
            <a:off x="8040394" y="256904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213" name="Google Shape;2213;p46"/>
          <p:cNvSpPr txBox="1"/>
          <p:nvPr/>
        </p:nvSpPr>
        <p:spPr>
          <a:xfrm>
            <a:off x="8955225" y="258447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214" name="Google Shape;2214;p46"/>
          <p:cNvSpPr/>
          <p:nvPr/>
        </p:nvSpPr>
        <p:spPr>
          <a:xfrm>
            <a:off x="4394317" y="297760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215" name="Google Shape;2215;p46"/>
          <p:cNvSpPr/>
          <p:nvPr/>
        </p:nvSpPr>
        <p:spPr>
          <a:xfrm>
            <a:off x="5359746" y="2975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216" name="Google Shape;2216;p46"/>
          <p:cNvSpPr/>
          <p:nvPr/>
        </p:nvSpPr>
        <p:spPr>
          <a:xfrm>
            <a:off x="6278663" y="297649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217" name="Google Shape;2217;p46"/>
          <p:cNvSpPr/>
          <p:nvPr/>
        </p:nvSpPr>
        <p:spPr>
          <a:xfrm>
            <a:off x="7227344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218" name="Google Shape;2218;p46"/>
          <p:cNvSpPr/>
          <p:nvPr/>
        </p:nvSpPr>
        <p:spPr>
          <a:xfrm>
            <a:off x="8146261" y="297035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219" name="Google Shape;2219;p46"/>
          <p:cNvSpPr/>
          <p:nvPr/>
        </p:nvSpPr>
        <p:spPr>
          <a:xfrm>
            <a:off x="9111690" y="296813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220" name="Google Shape;2220;p46"/>
          <p:cNvSpPr/>
          <p:nvPr/>
        </p:nvSpPr>
        <p:spPr>
          <a:xfrm>
            <a:off x="10030607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221" name="Google Shape;2221;p46"/>
          <p:cNvSpPr txBox="1"/>
          <p:nvPr/>
        </p:nvSpPr>
        <p:spPr>
          <a:xfrm>
            <a:off x="9866543" y="256793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2222" name="Google Shape;2222;p46"/>
          <p:cNvSpPr/>
          <p:nvPr/>
        </p:nvSpPr>
        <p:spPr>
          <a:xfrm>
            <a:off x="10953786" y="296198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223" name="Google Shape;2223;p46"/>
          <p:cNvSpPr txBox="1"/>
          <p:nvPr/>
        </p:nvSpPr>
        <p:spPr>
          <a:xfrm>
            <a:off x="10996275" y="2560676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2224" name="Google Shape;2224;p46"/>
          <p:cNvSpPr/>
          <p:nvPr/>
        </p:nvSpPr>
        <p:spPr>
          <a:xfrm>
            <a:off x="3473354" y="29848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225" name="Google Shape;2225;p46"/>
          <p:cNvSpPr txBox="1"/>
          <p:nvPr/>
        </p:nvSpPr>
        <p:spPr>
          <a:xfrm>
            <a:off x="2414766" y="3045535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6" name="Google Shape;2226;p46"/>
          <p:cNvSpPr/>
          <p:nvPr/>
        </p:nvSpPr>
        <p:spPr>
          <a:xfrm>
            <a:off x="3551655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227" name="Google Shape;2227;p46"/>
          <p:cNvSpPr/>
          <p:nvPr/>
        </p:nvSpPr>
        <p:spPr>
          <a:xfrm>
            <a:off x="473802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228" name="Google Shape;2228;p46"/>
          <p:cNvSpPr/>
          <p:nvPr/>
        </p:nvSpPr>
        <p:spPr>
          <a:xfrm>
            <a:off x="5933783" y="99529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229" name="Google Shape;2229;p46"/>
          <p:cNvSpPr/>
          <p:nvPr/>
        </p:nvSpPr>
        <p:spPr>
          <a:xfrm>
            <a:off x="712719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230" name="Google Shape;2230;p46"/>
          <p:cNvSpPr/>
          <p:nvPr/>
        </p:nvSpPr>
        <p:spPr>
          <a:xfrm>
            <a:off x="831356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231" name="Google Shape;2231;p46"/>
          <p:cNvSpPr/>
          <p:nvPr/>
        </p:nvSpPr>
        <p:spPr>
          <a:xfrm>
            <a:off x="9499941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232" name="Google Shape;2232;p46"/>
          <p:cNvSpPr/>
          <p:nvPr/>
        </p:nvSpPr>
        <p:spPr>
          <a:xfrm>
            <a:off x="10686315" y="995292"/>
            <a:ext cx="1186374" cy="604910"/>
          </a:xfrm>
          <a:prstGeom prst="rect">
            <a:avLst/>
          </a:prstGeom>
          <a:solidFill>
            <a:srgbClr val="F7CAAC"/>
          </a:solidFill>
          <a:ln cap="flat" cmpd="sng" w="12700">
            <a:solidFill>
              <a:srgbClr val="F7CAA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233" name="Google Shape;2233;p46"/>
          <p:cNvSpPr txBox="1"/>
          <p:nvPr/>
        </p:nvSpPr>
        <p:spPr>
          <a:xfrm>
            <a:off x="355165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234" name="Google Shape;2234;p46"/>
          <p:cNvSpPr txBox="1"/>
          <p:nvPr/>
        </p:nvSpPr>
        <p:spPr>
          <a:xfrm>
            <a:off x="459969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2235" name="Google Shape;2235;p46"/>
          <p:cNvSpPr txBox="1"/>
          <p:nvPr/>
        </p:nvSpPr>
        <p:spPr>
          <a:xfrm>
            <a:off x="592440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2236" name="Google Shape;2236;p46"/>
          <p:cNvSpPr txBox="1"/>
          <p:nvPr/>
        </p:nvSpPr>
        <p:spPr>
          <a:xfrm>
            <a:off x="697244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2237" name="Google Shape;2237;p46"/>
          <p:cNvSpPr txBox="1"/>
          <p:nvPr/>
        </p:nvSpPr>
        <p:spPr>
          <a:xfrm>
            <a:off x="837765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2238" name="Google Shape;2238;p46"/>
          <p:cNvSpPr txBox="1"/>
          <p:nvPr/>
        </p:nvSpPr>
        <p:spPr>
          <a:xfrm>
            <a:off x="942569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239" name="Google Shape;2239;p46"/>
          <p:cNvSpPr txBox="1"/>
          <p:nvPr/>
        </p:nvSpPr>
        <p:spPr>
          <a:xfrm>
            <a:off x="10750407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240" name="Google Shape;2240;p46"/>
          <p:cNvSpPr txBox="1"/>
          <p:nvPr/>
        </p:nvSpPr>
        <p:spPr>
          <a:xfrm>
            <a:off x="2567166" y="585364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1" name="Google Shape;2241;p46"/>
          <p:cNvSpPr/>
          <p:nvPr/>
        </p:nvSpPr>
        <p:spPr>
          <a:xfrm>
            <a:off x="3718570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242" name="Google Shape;2242;p46"/>
          <p:cNvSpPr/>
          <p:nvPr/>
        </p:nvSpPr>
        <p:spPr>
          <a:xfrm>
            <a:off x="4904944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243" name="Google Shape;2243;p46"/>
          <p:cNvSpPr/>
          <p:nvPr/>
        </p:nvSpPr>
        <p:spPr>
          <a:xfrm>
            <a:off x="6100698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244" name="Google Shape;2244;p46"/>
          <p:cNvSpPr/>
          <p:nvPr/>
        </p:nvSpPr>
        <p:spPr>
          <a:xfrm>
            <a:off x="7294108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245" name="Google Shape;2245;p46"/>
          <p:cNvSpPr/>
          <p:nvPr/>
        </p:nvSpPr>
        <p:spPr>
          <a:xfrm>
            <a:off x="8480482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246" name="Google Shape;2246;p46"/>
          <p:cNvSpPr/>
          <p:nvPr/>
        </p:nvSpPr>
        <p:spPr>
          <a:xfrm>
            <a:off x="9666856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247" name="Google Shape;2247;p46"/>
          <p:cNvSpPr/>
          <p:nvPr/>
        </p:nvSpPr>
        <p:spPr>
          <a:xfrm>
            <a:off x="10853230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248" name="Google Shape;2248;p46"/>
          <p:cNvSpPr txBox="1"/>
          <p:nvPr/>
        </p:nvSpPr>
        <p:spPr>
          <a:xfrm>
            <a:off x="371857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249" name="Google Shape;2249;p46"/>
          <p:cNvSpPr txBox="1"/>
          <p:nvPr/>
        </p:nvSpPr>
        <p:spPr>
          <a:xfrm>
            <a:off x="476661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2250" name="Google Shape;2250;p46"/>
          <p:cNvSpPr txBox="1"/>
          <p:nvPr/>
        </p:nvSpPr>
        <p:spPr>
          <a:xfrm>
            <a:off x="6091318" y="5033193"/>
            <a:ext cx="1176994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2251" name="Google Shape;2251;p46"/>
          <p:cNvSpPr txBox="1"/>
          <p:nvPr/>
        </p:nvSpPr>
        <p:spPr>
          <a:xfrm>
            <a:off x="713935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2252" name="Google Shape;2252;p46"/>
          <p:cNvSpPr txBox="1"/>
          <p:nvPr/>
        </p:nvSpPr>
        <p:spPr>
          <a:xfrm>
            <a:off x="854457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2253" name="Google Shape;2253;p46"/>
          <p:cNvSpPr txBox="1"/>
          <p:nvPr/>
        </p:nvSpPr>
        <p:spPr>
          <a:xfrm>
            <a:off x="959261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254" name="Google Shape;2254;p46"/>
          <p:cNvSpPr txBox="1"/>
          <p:nvPr/>
        </p:nvSpPr>
        <p:spPr>
          <a:xfrm>
            <a:off x="10917322" y="499690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255" name="Google Shape;2255;p46"/>
          <p:cNvSpPr txBox="1"/>
          <p:nvPr/>
        </p:nvSpPr>
        <p:spPr>
          <a:xfrm>
            <a:off x="2538134" y="5723428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6" name="Google Shape;2256;p46"/>
          <p:cNvCxnSpPr/>
          <p:nvPr/>
        </p:nvCxnSpPr>
        <p:spPr>
          <a:xfrm>
            <a:off x="11213349" y="23830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57" name="Google Shape;2257;p46"/>
          <p:cNvCxnSpPr/>
          <p:nvPr/>
        </p:nvCxnSpPr>
        <p:spPr>
          <a:xfrm>
            <a:off x="10140313" y="222556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58" name="Google Shape;2258;p46"/>
          <p:cNvCxnSpPr/>
          <p:nvPr/>
        </p:nvCxnSpPr>
        <p:spPr>
          <a:xfrm>
            <a:off x="10132219" y="238304"/>
            <a:ext cx="106684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59" name="Google Shape;2259;p46"/>
          <p:cNvCxnSpPr/>
          <p:nvPr/>
        </p:nvCxnSpPr>
        <p:spPr>
          <a:xfrm>
            <a:off x="9131573" y="215300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60" name="Google Shape;2260;p46"/>
          <p:cNvCxnSpPr/>
          <p:nvPr/>
        </p:nvCxnSpPr>
        <p:spPr>
          <a:xfrm>
            <a:off x="9123479" y="231048"/>
            <a:ext cx="106684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1" name="Google Shape;2261;p46"/>
          <p:cNvCxnSpPr/>
          <p:nvPr/>
        </p:nvCxnSpPr>
        <p:spPr>
          <a:xfrm>
            <a:off x="7905119" y="222560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62" name="Google Shape;2262;p46"/>
          <p:cNvCxnSpPr/>
          <p:nvPr/>
        </p:nvCxnSpPr>
        <p:spPr>
          <a:xfrm>
            <a:off x="7911539" y="238308"/>
            <a:ext cx="120552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3" name="Google Shape;2263;p46"/>
          <p:cNvCxnSpPr/>
          <p:nvPr/>
        </p:nvCxnSpPr>
        <p:spPr>
          <a:xfrm>
            <a:off x="6707691" y="215305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64" name="Google Shape;2264;p46"/>
          <p:cNvCxnSpPr/>
          <p:nvPr/>
        </p:nvCxnSpPr>
        <p:spPr>
          <a:xfrm>
            <a:off x="6714111" y="231053"/>
            <a:ext cx="120552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5" name="Google Shape;2265;p46"/>
          <p:cNvCxnSpPr/>
          <p:nvPr/>
        </p:nvCxnSpPr>
        <p:spPr>
          <a:xfrm flipH="1" rot="-5400000">
            <a:off x="4145534" y="3521938"/>
            <a:ext cx="4570800" cy="81000"/>
          </a:xfrm>
          <a:prstGeom prst="curvedConnector3">
            <a:avLst>
              <a:gd fmla="val 16342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66" name="Google Shape;2266;p46"/>
          <p:cNvSpPr txBox="1"/>
          <p:nvPr/>
        </p:nvSpPr>
        <p:spPr>
          <a:xfrm>
            <a:off x="0" y="225083"/>
            <a:ext cx="3418449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j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0" name="Shape 2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1" name="Google Shape;2271;p47"/>
          <p:cNvSpPr txBox="1"/>
          <p:nvPr/>
        </p:nvSpPr>
        <p:spPr>
          <a:xfrm>
            <a:off x="3326613" y="261981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272" name="Google Shape;2272;p47"/>
          <p:cNvSpPr txBox="1"/>
          <p:nvPr/>
        </p:nvSpPr>
        <p:spPr>
          <a:xfrm>
            <a:off x="4392102" y="259880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2273" name="Google Shape;2273;p47"/>
          <p:cNvSpPr txBox="1"/>
          <p:nvPr/>
        </p:nvSpPr>
        <p:spPr>
          <a:xfrm>
            <a:off x="5359746" y="2577792"/>
            <a:ext cx="879280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2274" name="Google Shape;2274;p47"/>
          <p:cNvSpPr txBox="1"/>
          <p:nvPr/>
        </p:nvSpPr>
        <p:spPr>
          <a:xfrm>
            <a:off x="6278494" y="2573418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2275" name="Google Shape;2275;p47"/>
          <p:cNvSpPr txBox="1"/>
          <p:nvPr/>
        </p:nvSpPr>
        <p:spPr>
          <a:xfrm>
            <a:off x="7192504" y="2569044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2276" name="Google Shape;2276;p47"/>
          <p:cNvSpPr txBox="1"/>
          <p:nvPr/>
        </p:nvSpPr>
        <p:spPr>
          <a:xfrm>
            <a:off x="8040394" y="256904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277" name="Google Shape;2277;p47"/>
          <p:cNvSpPr txBox="1"/>
          <p:nvPr/>
        </p:nvSpPr>
        <p:spPr>
          <a:xfrm>
            <a:off x="8955225" y="258447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278" name="Google Shape;2278;p47"/>
          <p:cNvSpPr/>
          <p:nvPr/>
        </p:nvSpPr>
        <p:spPr>
          <a:xfrm>
            <a:off x="4394317" y="297760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279" name="Google Shape;2279;p47"/>
          <p:cNvSpPr/>
          <p:nvPr/>
        </p:nvSpPr>
        <p:spPr>
          <a:xfrm>
            <a:off x="5359746" y="2975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280" name="Google Shape;2280;p47"/>
          <p:cNvSpPr/>
          <p:nvPr/>
        </p:nvSpPr>
        <p:spPr>
          <a:xfrm>
            <a:off x="6278663" y="297649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281" name="Google Shape;2281;p47"/>
          <p:cNvSpPr/>
          <p:nvPr/>
        </p:nvSpPr>
        <p:spPr>
          <a:xfrm>
            <a:off x="7227344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282" name="Google Shape;2282;p47"/>
          <p:cNvSpPr/>
          <p:nvPr/>
        </p:nvSpPr>
        <p:spPr>
          <a:xfrm>
            <a:off x="8146261" y="297035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283" name="Google Shape;2283;p47"/>
          <p:cNvSpPr/>
          <p:nvPr/>
        </p:nvSpPr>
        <p:spPr>
          <a:xfrm>
            <a:off x="9111690" y="296813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284" name="Google Shape;2284;p47"/>
          <p:cNvSpPr/>
          <p:nvPr/>
        </p:nvSpPr>
        <p:spPr>
          <a:xfrm>
            <a:off x="10030607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285" name="Google Shape;2285;p47"/>
          <p:cNvSpPr txBox="1"/>
          <p:nvPr/>
        </p:nvSpPr>
        <p:spPr>
          <a:xfrm>
            <a:off x="9866543" y="256793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2286" name="Google Shape;2286;p47"/>
          <p:cNvSpPr/>
          <p:nvPr/>
        </p:nvSpPr>
        <p:spPr>
          <a:xfrm>
            <a:off x="10953786" y="296198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287" name="Google Shape;2287;p47"/>
          <p:cNvSpPr txBox="1"/>
          <p:nvPr/>
        </p:nvSpPr>
        <p:spPr>
          <a:xfrm>
            <a:off x="10996275" y="2560676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2288" name="Google Shape;2288;p47"/>
          <p:cNvSpPr/>
          <p:nvPr/>
        </p:nvSpPr>
        <p:spPr>
          <a:xfrm>
            <a:off x="3473354" y="29848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289" name="Google Shape;2289;p47"/>
          <p:cNvSpPr txBox="1"/>
          <p:nvPr/>
        </p:nvSpPr>
        <p:spPr>
          <a:xfrm>
            <a:off x="2414766" y="3045535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0" name="Google Shape;2290;p47"/>
          <p:cNvSpPr/>
          <p:nvPr/>
        </p:nvSpPr>
        <p:spPr>
          <a:xfrm>
            <a:off x="3551655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291" name="Google Shape;2291;p47"/>
          <p:cNvSpPr/>
          <p:nvPr/>
        </p:nvSpPr>
        <p:spPr>
          <a:xfrm>
            <a:off x="4738029" y="99529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292" name="Google Shape;2292;p47"/>
          <p:cNvSpPr/>
          <p:nvPr/>
        </p:nvSpPr>
        <p:spPr>
          <a:xfrm>
            <a:off x="593378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293" name="Google Shape;2293;p47"/>
          <p:cNvSpPr/>
          <p:nvPr/>
        </p:nvSpPr>
        <p:spPr>
          <a:xfrm>
            <a:off x="712719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294" name="Google Shape;2294;p47"/>
          <p:cNvSpPr/>
          <p:nvPr/>
        </p:nvSpPr>
        <p:spPr>
          <a:xfrm>
            <a:off x="831356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295" name="Google Shape;2295;p47"/>
          <p:cNvSpPr/>
          <p:nvPr/>
        </p:nvSpPr>
        <p:spPr>
          <a:xfrm>
            <a:off x="9499941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296" name="Google Shape;2296;p47"/>
          <p:cNvSpPr/>
          <p:nvPr/>
        </p:nvSpPr>
        <p:spPr>
          <a:xfrm>
            <a:off x="10686315" y="995292"/>
            <a:ext cx="1186374" cy="604910"/>
          </a:xfrm>
          <a:prstGeom prst="rect">
            <a:avLst/>
          </a:prstGeom>
          <a:solidFill>
            <a:srgbClr val="F7CAAC"/>
          </a:solidFill>
          <a:ln cap="flat" cmpd="sng" w="12700">
            <a:solidFill>
              <a:srgbClr val="F7CAA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297" name="Google Shape;2297;p47"/>
          <p:cNvSpPr txBox="1"/>
          <p:nvPr/>
        </p:nvSpPr>
        <p:spPr>
          <a:xfrm>
            <a:off x="355165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298" name="Google Shape;2298;p47"/>
          <p:cNvSpPr txBox="1"/>
          <p:nvPr/>
        </p:nvSpPr>
        <p:spPr>
          <a:xfrm>
            <a:off x="459969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2299" name="Google Shape;2299;p47"/>
          <p:cNvSpPr txBox="1"/>
          <p:nvPr/>
        </p:nvSpPr>
        <p:spPr>
          <a:xfrm>
            <a:off x="592440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2300" name="Google Shape;2300;p47"/>
          <p:cNvSpPr txBox="1"/>
          <p:nvPr/>
        </p:nvSpPr>
        <p:spPr>
          <a:xfrm>
            <a:off x="697244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2301" name="Google Shape;2301;p47"/>
          <p:cNvSpPr txBox="1"/>
          <p:nvPr/>
        </p:nvSpPr>
        <p:spPr>
          <a:xfrm>
            <a:off x="837765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2302" name="Google Shape;2302;p47"/>
          <p:cNvSpPr txBox="1"/>
          <p:nvPr/>
        </p:nvSpPr>
        <p:spPr>
          <a:xfrm>
            <a:off x="942569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303" name="Google Shape;2303;p47"/>
          <p:cNvSpPr txBox="1"/>
          <p:nvPr/>
        </p:nvSpPr>
        <p:spPr>
          <a:xfrm>
            <a:off x="10750407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304" name="Google Shape;2304;p47"/>
          <p:cNvSpPr txBox="1"/>
          <p:nvPr/>
        </p:nvSpPr>
        <p:spPr>
          <a:xfrm>
            <a:off x="2567166" y="585364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5" name="Google Shape;2305;p47"/>
          <p:cNvSpPr/>
          <p:nvPr/>
        </p:nvSpPr>
        <p:spPr>
          <a:xfrm>
            <a:off x="3718570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06" name="Google Shape;2306;p47"/>
          <p:cNvSpPr/>
          <p:nvPr/>
        </p:nvSpPr>
        <p:spPr>
          <a:xfrm>
            <a:off x="4904944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307" name="Google Shape;2307;p47"/>
          <p:cNvSpPr/>
          <p:nvPr/>
        </p:nvSpPr>
        <p:spPr>
          <a:xfrm>
            <a:off x="6100698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308" name="Google Shape;2308;p47"/>
          <p:cNvSpPr/>
          <p:nvPr/>
        </p:nvSpPr>
        <p:spPr>
          <a:xfrm>
            <a:off x="7294108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309" name="Google Shape;2309;p47"/>
          <p:cNvSpPr/>
          <p:nvPr/>
        </p:nvSpPr>
        <p:spPr>
          <a:xfrm>
            <a:off x="8480482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310" name="Google Shape;2310;p47"/>
          <p:cNvSpPr/>
          <p:nvPr/>
        </p:nvSpPr>
        <p:spPr>
          <a:xfrm>
            <a:off x="9666856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311" name="Google Shape;2311;p47"/>
          <p:cNvSpPr/>
          <p:nvPr/>
        </p:nvSpPr>
        <p:spPr>
          <a:xfrm>
            <a:off x="10853230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312" name="Google Shape;2312;p47"/>
          <p:cNvSpPr txBox="1"/>
          <p:nvPr/>
        </p:nvSpPr>
        <p:spPr>
          <a:xfrm>
            <a:off x="371857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313" name="Google Shape;2313;p47"/>
          <p:cNvSpPr txBox="1"/>
          <p:nvPr/>
        </p:nvSpPr>
        <p:spPr>
          <a:xfrm>
            <a:off x="4904944" y="5043717"/>
            <a:ext cx="1038660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2314" name="Google Shape;2314;p47"/>
          <p:cNvSpPr txBox="1"/>
          <p:nvPr/>
        </p:nvSpPr>
        <p:spPr>
          <a:xfrm>
            <a:off x="609131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2315" name="Google Shape;2315;p47"/>
          <p:cNvSpPr txBox="1"/>
          <p:nvPr/>
        </p:nvSpPr>
        <p:spPr>
          <a:xfrm>
            <a:off x="713935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2316" name="Google Shape;2316;p47"/>
          <p:cNvSpPr txBox="1"/>
          <p:nvPr/>
        </p:nvSpPr>
        <p:spPr>
          <a:xfrm>
            <a:off x="854457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2317" name="Google Shape;2317;p47"/>
          <p:cNvSpPr txBox="1"/>
          <p:nvPr/>
        </p:nvSpPr>
        <p:spPr>
          <a:xfrm>
            <a:off x="959261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318" name="Google Shape;2318;p47"/>
          <p:cNvSpPr txBox="1"/>
          <p:nvPr/>
        </p:nvSpPr>
        <p:spPr>
          <a:xfrm>
            <a:off x="10917322" y="499690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319" name="Google Shape;2319;p47"/>
          <p:cNvSpPr txBox="1"/>
          <p:nvPr/>
        </p:nvSpPr>
        <p:spPr>
          <a:xfrm>
            <a:off x="2538134" y="5723428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0" name="Google Shape;2320;p47"/>
          <p:cNvCxnSpPr/>
          <p:nvPr/>
        </p:nvCxnSpPr>
        <p:spPr>
          <a:xfrm>
            <a:off x="11213349" y="23830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21" name="Google Shape;2321;p47"/>
          <p:cNvCxnSpPr/>
          <p:nvPr/>
        </p:nvCxnSpPr>
        <p:spPr>
          <a:xfrm>
            <a:off x="10140313" y="222556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22" name="Google Shape;2322;p47"/>
          <p:cNvCxnSpPr/>
          <p:nvPr/>
        </p:nvCxnSpPr>
        <p:spPr>
          <a:xfrm>
            <a:off x="10132219" y="238304"/>
            <a:ext cx="106684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23" name="Google Shape;2323;p47"/>
          <p:cNvCxnSpPr/>
          <p:nvPr/>
        </p:nvCxnSpPr>
        <p:spPr>
          <a:xfrm>
            <a:off x="9131573" y="215300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24" name="Google Shape;2324;p47"/>
          <p:cNvCxnSpPr/>
          <p:nvPr/>
        </p:nvCxnSpPr>
        <p:spPr>
          <a:xfrm>
            <a:off x="9123479" y="231048"/>
            <a:ext cx="106684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25" name="Google Shape;2325;p47"/>
          <p:cNvCxnSpPr/>
          <p:nvPr/>
        </p:nvCxnSpPr>
        <p:spPr>
          <a:xfrm>
            <a:off x="7905119" y="222560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26" name="Google Shape;2326;p47"/>
          <p:cNvCxnSpPr/>
          <p:nvPr/>
        </p:nvCxnSpPr>
        <p:spPr>
          <a:xfrm>
            <a:off x="7911539" y="238308"/>
            <a:ext cx="120552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27" name="Google Shape;2327;p47"/>
          <p:cNvCxnSpPr/>
          <p:nvPr/>
        </p:nvCxnSpPr>
        <p:spPr>
          <a:xfrm>
            <a:off x="6707691" y="215305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28" name="Google Shape;2328;p47"/>
          <p:cNvCxnSpPr/>
          <p:nvPr/>
        </p:nvCxnSpPr>
        <p:spPr>
          <a:xfrm>
            <a:off x="6714111" y="231053"/>
            <a:ext cx="120552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29" name="Google Shape;2329;p47"/>
          <p:cNvCxnSpPr/>
          <p:nvPr/>
        </p:nvCxnSpPr>
        <p:spPr>
          <a:xfrm>
            <a:off x="5495751" y="22256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30" name="Google Shape;2330;p47"/>
          <p:cNvCxnSpPr/>
          <p:nvPr/>
        </p:nvCxnSpPr>
        <p:spPr>
          <a:xfrm>
            <a:off x="5502171" y="238312"/>
            <a:ext cx="120552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31" name="Google Shape;2331;p47"/>
          <p:cNvSpPr/>
          <p:nvPr/>
        </p:nvSpPr>
        <p:spPr>
          <a:xfrm>
            <a:off x="5367006" y="3664817"/>
            <a:ext cx="918748" cy="604910"/>
          </a:xfrm>
          <a:prstGeom prst="rect">
            <a:avLst/>
          </a:prstGeom>
          <a:noFill/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32" name="Google Shape;2332;p47"/>
          <p:cNvSpPr txBox="1"/>
          <p:nvPr/>
        </p:nvSpPr>
        <p:spPr>
          <a:xfrm>
            <a:off x="0" y="225083"/>
            <a:ext cx="3418449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j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6" name="Shape 2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7" name="Google Shape;2337;p48"/>
          <p:cNvSpPr txBox="1"/>
          <p:nvPr/>
        </p:nvSpPr>
        <p:spPr>
          <a:xfrm>
            <a:off x="3326613" y="261981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338" name="Google Shape;2338;p48"/>
          <p:cNvSpPr txBox="1"/>
          <p:nvPr/>
        </p:nvSpPr>
        <p:spPr>
          <a:xfrm>
            <a:off x="4392102" y="259880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2339" name="Google Shape;2339;p48"/>
          <p:cNvSpPr txBox="1"/>
          <p:nvPr/>
        </p:nvSpPr>
        <p:spPr>
          <a:xfrm>
            <a:off x="5359746" y="2577792"/>
            <a:ext cx="879280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2340" name="Google Shape;2340;p48"/>
          <p:cNvSpPr txBox="1"/>
          <p:nvPr/>
        </p:nvSpPr>
        <p:spPr>
          <a:xfrm>
            <a:off x="6278494" y="2573418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2341" name="Google Shape;2341;p48"/>
          <p:cNvSpPr txBox="1"/>
          <p:nvPr/>
        </p:nvSpPr>
        <p:spPr>
          <a:xfrm>
            <a:off x="7192504" y="2569044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2342" name="Google Shape;2342;p48"/>
          <p:cNvSpPr txBox="1"/>
          <p:nvPr/>
        </p:nvSpPr>
        <p:spPr>
          <a:xfrm>
            <a:off x="8040394" y="256904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343" name="Google Shape;2343;p48"/>
          <p:cNvSpPr txBox="1"/>
          <p:nvPr/>
        </p:nvSpPr>
        <p:spPr>
          <a:xfrm>
            <a:off x="8955225" y="258447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344" name="Google Shape;2344;p48"/>
          <p:cNvSpPr/>
          <p:nvPr/>
        </p:nvSpPr>
        <p:spPr>
          <a:xfrm>
            <a:off x="4394317" y="297760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45" name="Google Shape;2345;p48"/>
          <p:cNvSpPr/>
          <p:nvPr/>
        </p:nvSpPr>
        <p:spPr>
          <a:xfrm>
            <a:off x="5359746" y="2975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46" name="Google Shape;2346;p48"/>
          <p:cNvSpPr/>
          <p:nvPr/>
        </p:nvSpPr>
        <p:spPr>
          <a:xfrm>
            <a:off x="6278663" y="297649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347" name="Google Shape;2347;p48"/>
          <p:cNvSpPr/>
          <p:nvPr/>
        </p:nvSpPr>
        <p:spPr>
          <a:xfrm>
            <a:off x="7227344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348" name="Google Shape;2348;p48"/>
          <p:cNvSpPr/>
          <p:nvPr/>
        </p:nvSpPr>
        <p:spPr>
          <a:xfrm>
            <a:off x="8146261" y="297035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349" name="Google Shape;2349;p48"/>
          <p:cNvSpPr/>
          <p:nvPr/>
        </p:nvSpPr>
        <p:spPr>
          <a:xfrm>
            <a:off x="9111690" y="296813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350" name="Google Shape;2350;p48"/>
          <p:cNvSpPr/>
          <p:nvPr/>
        </p:nvSpPr>
        <p:spPr>
          <a:xfrm>
            <a:off x="10030607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351" name="Google Shape;2351;p48"/>
          <p:cNvSpPr txBox="1"/>
          <p:nvPr/>
        </p:nvSpPr>
        <p:spPr>
          <a:xfrm>
            <a:off x="9866543" y="256793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2352" name="Google Shape;2352;p48"/>
          <p:cNvSpPr/>
          <p:nvPr/>
        </p:nvSpPr>
        <p:spPr>
          <a:xfrm>
            <a:off x="10953786" y="296198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353" name="Google Shape;2353;p48"/>
          <p:cNvSpPr txBox="1"/>
          <p:nvPr/>
        </p:nvSpPr>
        <p:spPr>
          <a:xfrm>
            <a:off x="10996275" y="2560676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2354" name="Google Shape;2354;p48"/>
          <p:cNvSpPr/>
          <p:nvPr/>
        </p:nvSpPr>
        <p:spPr>
          <a:xfrm>
            <a:off x="3473354" y="29848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355" name="Google Shape;2355;p48"/>
          <p:cNvSpPr txBox="1"/>
          <p:nvPr/>
        </p:nvSpPr>
        <p:spPr>
          <a:xfrm>
            <a:off x="2414766" y="3045535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6" name="Google Shape;2356;p48"/>
          <p:cNvSpPr/>
          <p:nvPr/>
        </p:nvSpPr>
        <p:spPr>
          <a:xfrm>
            <a:off x="3551655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357" name="Google Shape;2357;p48"/>
          <p:cNvSpPr/>
          <p:nvPr/>
        </p:nvSpPr>
        <p:spPr>
          <a:xfrm>
            <a:off x="4738029" y="99529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358" name="Google Shape;2358;p48"/>
          <p:cNvSpPr/>
          <p:nvPr/>
        </p:nvSpPr>
        <p:spPr>
          <a:xfrm>
            <a:off x="593378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359" name="Google Shape;2359;p48"/>
          <p:cNvSpPr/>
          <p:nvPr/>
        </p:nvSpPr>
        <p:spPr>
          <a:xfrm>
            <a:off x="712719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360" name="Google Shape;2360;p48"/>
          <p:cNvSpPr/>
          <p:nvPr/>
        </p:nvSpPr>
        <p:spPr>
          <a:xfrm>
            <a:off x="831356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361" name="Google Shape;2361;p48"/>
          <p:cNvSpPr/>
          <p:nvPr/>
        </p:nvSpPr>
        <p:spPr>
          <a:xfrm>
            <a:off x="9499941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362" name="Google Shape;2362;p48"/>
          <p:cNvSpPr/>
          <p:nvPr/>
        </p:nvSpPr>
        <p:spPr>
          <a:xfrm>
            <a:off x="10686315" y="995292"/>
            <a:ext cx="1186374" cy="604910"/>
          </a:xfrm>
          <a:prstGeom prst="rect">
            <a:avLst/>
          </a:prstGeom>
          <a:solidFill>
            <a:srgbClr val="F7CAAC"/>
          </a:solidFill>
          <a:ln cap="flat" cmpd="sng" w="12700">
            <a:solidFill>
              <a:srgbClr val="F7CAA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63" name="Google Shape;2363;p48"/>
          <p:cNvSpPr txBox="1"/>
          <p:nvPr/>
        </p:nvSpPr>
        <p:spPr>
          <a:xfrm>
            <a:off x="355165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364" name="Google Shape;2364;p48"/>
          <p:cNvSpPr txBox="1"/>
          <p:nvPr/>
        </p:nvSpPr>
        <p:spPr>
          <a:xfrm>
            <a:off x="459969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2365" name="Google Shape;2365;p48"/>
          <p:cNvSpPr txBox="1"/>
          <p:nvPr/>
        </p:nvSpPr>
        <p:spPr>
          <a:xfrm>
            <a:off x="592440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2366" name="Google Shape;2366;p48"/>
          <p:cNvSpPr txBox="1"/>
          <p:nvPr/>
        </p:nvSpPr>
        <p:spPr>
          <a:xfrm>
            <a:off x="697244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2367" name="Google Shape;2367;p48"/>
          <p:cNvSpPr txBox="1"/>
          <p:nvPr/>
        </p:nvSpPr>
        <p:spPr>
          <a:xfrm>
            <a:off x="837765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2368" name="Google Shape;2368;p48"/>
          <p:cNvSpPr txBox="1"/>
          <p:nvPr/>
        </p:nvSpPr>
        <p:spPr>
          <a:xfrm>
            <a:off x="942569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369" name="Google Shape;2369;p48"/>
          <p:cNvSpPr txBox="1"/>
          <p:nvPr/>
        </p:nvSpPr>
        <p:spPr>
          <a:xfrm>
            <a:off x="10750407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370" name="Google Shape;2370;p48"/>
          <p:cNvSpPr txBox="1"/>
          <p:nvPr/>
        </p:nvSpPr>
        <p:spPr>
          <a:xfrm>
            <a:off x="2567166" y="585364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1" name="Google Shape;2371;p48"/>
          <p:cNvSpPr/>
          <p:nvPr/>
        </p:nvSpPr>
        <p:spPr>
          <a:xfrm>
            <a:off x="3718570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72" name="Google Shape;2372;p48"/>
          <p:cNvSpPr/>
          <p:nvPr/>
        </p:nvSpPr>
        <p:spPr>
          <a:xfrm>
            <a:off x="4904944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373" name="Google Shape;2373;p48"/>
          <p:cNvSpPr/>
          <p:nvPr/>
        </p:nvSpPr>
        <p:spPr>
          <a:xfrm>
            <a:off x="6100698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374" name="Google Shape;2374;p48"/>
          <p:cNvSpPr/>
          <p:nvPr/>
        </p:nvSpPr>
        <p:spPr>
          <a:xfrm>
            <a:off x="7294108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375" name="Google Shape;2375;p48"/>
          <p:cNvSpPr/>
          <p:nvPr/>
        </p:nvSpPr>
        <p:spPr>
          <a:xfrm>
            <a:off x="8480482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376" name="Google Shape;2376;p48"/>
          <p:cNvSpPr/>
          <p:nvPr/>
        </p:nvSpPr>
        <p:spPr>
          <a:xfrm>
            <a:off x="9666856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377" name="Google Shape;2377;p48"/>
          <p:cNvSpPr/>
          <p:nvPr/>
        </p:nvSpPr>
        <p:spPr>
          <a:xfrm>
            <a:off x="10853230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378" name="Google Shape;2378;p48"/>
          <p:cNvSpPr txBox="1"/>
          <p:nvPr/>
        </p:nvSpPr>
        <p:spPr>
          <a:xfrm>
            <a:off x="371857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379" name="Google Shape;2379;p48"/>
          <p:cNvSpPr txBox="1"/>
          <p:nvPr/>
        </p:nvSpPr>
        <p:spPr>
          <a:xfrm>
            <a:off x="476661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2380" name="Google Shape;2380;p48"/>
          <p:cNvSpPr txBox="1"/>
          <p:nvPr/>
        </p:nvSpPr>
        <p:spPr>
          <a:xfrm>
            <a:off x="609131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2381" name="Google Shape;2381;p48"/>
          <p:cNvSpPr txBox="1"/>
          <p:nvPr/>
        </p:nvSpPr>
        <p:spPr>
          <a:xfrm>
            <a:off x="713935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2382" name="Google Shape;2382;p48"/>
          <p:cNvSpPr txBox="1"/>
          <p:nvPr/>
        </p:nvSpPr>
        <p:spPr>
          <a:xfrm>
            <a:off x="854457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2383" name="Google Shape;2383;p48"/>
          <p:cNvSpPr txBox="1"/>
          <p:nvPr/>
        </p:nvSpPr>
        <p:spPr>
          <a:xfrm>
            <a:off x="959261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384" name="Google Shape;2384;p48"/>
          <p:cNvSpPr txBox="1"/>
          <p:nvPr/>
        </p:nvSpPr>
        <p:spPr>
          <a:xfrm>
            <a:off x="10917322" y="499690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385" name="Google Shape;2385;p48"/>
          <p:cNvSpPr txBox="1"/>
          <p:nvPr/>
        </p:nvSpPr>
        <p:spPr>
          <a:xfrm>
            <a:off x="2538134" y="5723428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6" name="Google Shape;2386;p48"/>
          <p:cNvCxnSpPr/>
          <p:nvPr/>
        </p:nvCxnSpPr>
        <p:spPr>
          <a:xfrm>
            <a:off x="11213349" y="23830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87" name="Google Shape;2387;p48"/>
          <p:cNvCxnSpPr/>
          <p:nvPr/>
        </p:nvCxnSpPr>
        <p:spPr>
          <a:xfrm>
            <a:off x="10140313" y="222556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88" name="Google Shape;2388;p48"/>
          <p:cNvCxnSpPr/>
          <p:nvPr/>
        </p:nvCxnSpPr>
        <p:spPr>
          <a:xfrm>
            <a:off x="10132219" y="238304"/>
            <a:ext cx="106684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89" name="Google Shape;2389;p48"/>
          <p:cNvCxnSpPr/>
          <p:nvPr/>
        </p:nvCxnSpPr>
        <p:spPr>
          <a:xfrm>
            <a:off x="9131573" y="215300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90" name="Google Shape;2390;p48"/>
          <p:cNvCxnSpPr/>
          <p:nvPr/>
        </p:nvCxnSpPr>
        <p:spPr>
          <a:xfrm>
            <a:off x="9123479" y="231048"/>
            <a:ext cx="106684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91" name="Google Shape;2391;p48"/>
          <p:cNvCxnSpPr/>
          <p:nvPr/>
        </p:nvCxnSpPr>
        <p:spPr>
          <a:xfrm>
            <a:off x="7905119" y="222560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92" name="Google Shape;2392;p48"/>
          <p:cNvCxnSpPr/>
          <p:nvPr/>
        </p:nvCxnSpPr>
        <p:spPr>
          <a:xfrm>
            <a:off x="7911539" y="238308"/>
            <a:ext cx="120552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93" name="Google Shape;2393;p48"/>
          <p:cNvCxnSpPr/>
          <p:nvPr/>
        </p:nvCxnSpPr>
        <p:spPr>
          <a:xfrm>
            <a:off x="6707691" y="215305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94" name="Google Shape;2394;p48"/>
          <p:cNvCxnSpPr/>
          <p:nvPr/>
        </p:nvCxnSpPr>
        <p:spPr>
          <a:xfrm>
            <a:off x="6714111" y="231053"/>
            <a:ext cx="120552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95" name="Google Shape;2395;p48"/>
          <p:cNvCxnSpPr/>
          <p:nvPr/>
        </p:nvCxnSpPr>
        <p:spPr>
          <a:xfrm>
            <a:off x="5495751" y="22256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96" name="Google Shape;2396;p48"/>
          <p:cNvCxnSpPr/>
          <p:nvPr/>
        </p:nvCxnSpPr>
        <p:spPr>
          <a:xfrm>
            <a:off x="5502171" y="238312"/>
            <a:ext cx="120552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97" name="Google Shape;2397;p48"/>
          <p:cNvCxnSpPr/>
          <p:nvPr/>
        </p:nvCxnSpPr>
        <p:spPr>
          <a:xfrm rot="5400000">
            <a:off x="3023752" y="3391700"/>
            <a:ext cx="4542900" cy="401100"/>
          </a:xfrm>
          <a:prstGeom prst="curvedConnector3">
            <a:avLst>
              <a:gd fmla="val 12939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398" name="Google Shape;2398;p48"/>
          <p:cNvSpPr txBox="1"/>
          <p:nvPr/>
        </p:nvSpPr>
        <p:spPr>
          <a:xfrm>
            <a:off x="0" y="225083"/>
            <a:ext cx="3418449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j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2" name="Shape 2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3" name="Google Shape;2403;p49"/>
          <p:cNvSpPr txBox="1"/>
          <p:nvPr/>
        </p:nvSpPr>
        <p:spPr>
          <a:xfrm>
            <a:off x="3326613" y="261981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404" name="Google Shape;2404;p49"/>
          <p:cNvSpPr txBox="1"/>
          <p:nvPr/>
        </p:nvSpPr>
        <p:spPr>
          <a:xfrm>
            <a:off x="4392102" y="259880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2405" name="Google Shape;2405;p49"/>
          <p:cNvSpPr txBox="1"/>
          <p:nvPr/>
        </p:nvSpPr>
        <p:spPr>
          <a:xfrm>
            <a:off x="5359746" y="2577792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2406" name="Google Shape;2406;p49"/>
          <p:cNvSpPr txBox="1"/>
          <p:nvPr/>
        </p:nvSpPr>
        <p:spPr>
          <a:xfrm>
            <a:off x="6278494" y="2573418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2407" name="Google Shape;2407;p49"/>
          <p:cNvSpPr txBox="1"/>
          <p:nvPr/>
        </p:nvSpPr>
        <p:spPr>
          <a:xfrm>
            <a:off x="7192504" y="2569044"/>
            <a:ext cx="953588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2408" name="Google Shape;2408;p49"/>
          <p:cNvSpPr txBox="1"/>
          <p:nvPr/>
        </p:nvSpPr>
        <p:spPr>
          <a:xfrm>
            <a:off x="8040394" y="256904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409" name="Google Shape;2409;p49"/>
          <p:cNvSpPr txBox="1"/>
          <p:nvPr/>
        </p:nvSpPr>
        <p:spPr>
          <a:xfrm>
            <a:off x="8955225" y="258447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410" name="Google Shape;2410;p49"/>
          <p:cNvSpPr/>
          <p:nvPr/>
        </p:nvSpPr>
        <p:spPr>
          <a:xfrm>
            <a:off x="4394317" y="297760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411" name="Google Shape;2411;p49"/>
          <p:cNvSpPr/>
          <p:nvPr/>
        </p:nvSpPr>
        <p:spPr>
          <a:xfrm>
            <a:off x="5359746" y="2975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412" name="Google Shape;2412;p49"/>
          <p:cNvSpPr/>
          <p:nvPr/>
        </p:nvSpPr>
        <p:spPr>
          <a:xfrm>
            <a:off x="6278663" y="297649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413" name="Google Shape;2413;p49"/>
          <p:cNvSpPr/>
          <p:nvPr/>
        </p:nvSpPr>
        <p:spPr>
          <a:xfrm>
            <a:off x="7227344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414" name="Google Shape;2414;p49"/>
          <p:cNvSpPr/>
          <p:nvPr/>
        </p:nvSpPr>
        <p:spPr>
          <a:xfrm>
            <a:off x="8146261" y="297035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415" name="Google Shape;2415;p49"/>
          <p:cNvSpPr/>
          <p:nvPr/>
        </p:nvSpPr>
        <p:spPr>
          <a:xfrm>
            <a:off x="9111690" y="296813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416" name="Google Shape;2416;p49"/>
          <p:cNvSpPr/>
          <p:nvPr/>
        </p:nvSpPr>
        <p:spPr>
          <a:xfrm>
            <a:off x="10030607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417" name="Google Shape;2417;p49"/>
          <p:cNvSpPr txBox="1"/>
          <p:nvPr/>
        </p:nvSpPr>
        <p:spPr>
          <a:xfrm>
            <a:off x="9866543" y="256793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2418" name="Google Shape;2418;p49"/>
          <p:cNvSpPr/>
          <p:nvPr/>
        </p:nvSpPr>
        <p:spPr>
          <a:xfrm>
            <a:off x="10953786" y="296198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419" name="Google Shape;2419;p49"/>
          <p:cNvSpPr txBox="1"/>
          <p:nvPr/>
        </p:nvSpPr>
        <p:spPr>
          <a:xfrm>
            <a:off x="10996275" y="2560676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2420" name="Google Shape;2420;p49"/>
          <p:cNvSpPr/>
          <p:nvPr/>
        </p:nvSpPr>
        <p:spPr>
          <a:xfrm>
            <a:off x="3473354" y="29848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421" name="Google Shape;2421;p49"/>
          <p:cNvSpPr txBox="1"/>
          <p:nvPr/>
        </p:nvSpPr>
        <p:spPr>
          <a:xfrm>
            <a:off x="2414766" y="3045535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2" name="Google Shape;2422;p49"/>
          <p:cNvSpPr/>
          <p:nvPr/>
        </p:nvSpPr>
        <p:spPr>
          <a:xfrm>
            <a:off x="3551655" y="99529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423" name="Google Shape;2423;p49"/>
          <p:cNvSpPr/>
          <p:nvPr/>
        </p:nvSpPr>
        <p:spPr>
          <a:xfrm>
            <a:off x="473802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424" name="Google Shape;2424;p49"/>
          <p:cNvSpPr/>
          <p:nvPr/>
        </p:nvSpPr>
        <p:spPr>
          <a:xfrm>
            <a:off x="593378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425" name="Google Shape;2425;p49"/>
          <p:cNvSpPr/>
          <p:nvPr/>
        </p:nvSpPr>
        <p:spPr>
          <a:xfrm>
            <a:off x="712719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426" name="Google Shape;2426;p49"/>
          <p:cNvSpPr/>
          <p:nvPr/>
        </p:nvSpPr>
        <p:spPr>
          <a:xfrm>
            <a:off x="831356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427" name="Google Shape;2427;p49"/>
          <p:cNvSpPr/>
          <p:nvPr/>
        </p:nvSpPr>
        <p:spPr>
          <a:xfrm>
            <a:off x="9499941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428" name="Google Shape;2428;p49"/>
          <p:cNvSpPr/>
          <p:nvPr/>
        </p:nvSpPr>
        <p:spPr>
          <a:xfrm>
            <a:off x="10686315" y="995292"/>
            <a:ext cx="1186374" cy="604910"/>
          </a:xfrm>
          <a:prstGeom prst="rect">
            <a:avLst/>
          </a:prstGeom>
          <a:solidFill>
            <a:srgbClr val="F7CAAC"/>
          </a:solidFill>
          <a:ln cap="flat" cmpd="sng" w="12700">
            <a:solidFill>
              <a:srgbClr val="F7CAA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429" name="Google Shape;2429;p49"/>
          <p:cNvSpPr txBox="1"/>
          <p:nvPr/>
        </p:nvSpPr>
        <p:spPr>
          <a:xfrm>
            <a:off x="355165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430" name="Google Shape;2430;p49"/>
          <p:cNvSpPr txBox="1"/>
          <p:nvPr/>
        </p:nvSpPr>
        <p:spPr>
          <a:xfrm>
            <a:off x="459969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2431" name="Google Shape;2431;p49"/>
          <p:cNvSpPr txBox="1"/>
          <p:nvPr/>
        </p:nvSpPr>
        <p:spPr>
          <a:xfrm>
            <a:off x="592440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2432" name="Google Shape;2432;p49"/>
          <p:cNvSpPr txBox="1"/>
          <p:nvPr/>
        </p:nvSpPr>
        <p:spPr>
          <a:xfrm>
            <a:off x="697244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2433" name="Google Shape;2433;p49"/>
          <p:cNvSpPr txBox="1"/>
          <p:nvPr/>
        </p:nvSpPr>
        <p:spPr>
          <a:xfrm>
            <a:off x="837765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2434" name="Google Shape;2434;p49"/>
          <p:cNvSpPr txBox="1"/>
          <p:nvPr/>
        </p:nvSpPr>
        <p:spPr>
          <a:xfrm>
            <a:off x="942569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435" name="Google Shape;2435;p49"/>
          <p:cNvSpPr txBox="1"/>
          <p:nvPr/>
        </p:nvSpPr>
        <p:spPr>
          <a:xfrm>
            <a:off x="10750407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436" name="Google Shape;2436;p49"/>
          <p:cNvSpPr txBox="1"/>
          <p:nvPr/>
        </p:nvSpPr>
        <p:spPr>
          <a:xfrm>
            <a:off x="2567166" y="585364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7" name="Google Shape;2437;p49"/>
          <p:cNvSpPr/>
          <p:nvPr/>
        </p:nvSpPr>
        <p:spPr>
          <a:xfrm>
            <a:off x="3718570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438" name="Google Shape;2438;p49"/>
          <p:cNvSpPr/>
          <p:nvPr/>
        </p:nvSpPr>
        <p:spPr>
          <a:xfrm>
            <a:off x="4904944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439" name="Google Shape;2439;p49"/>
          <p:cNvSpPr/>
          <p:nvPr/>
        </p:nvSpPr>
        <p:spPr>
          <a:xfrm>
            <a:off x="6100698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440" name="Google Shape;2440;p49"/>
          <p:cNvSpPr/>
          <p:nvPr/>
        </p:nvSpPr>
        <p:spPr>
          <a:xfrm>
            <a:off x="7294108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441" name="Google Shape;2441;p49"/>
          <p:cNvSpPr/>
          <p:nvPr/>
        </p:nvSpPr>
        <p:spPr>
          <a:xfrm>
            <a:off x="8480482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442" name="Google Shape;2442;p49"/>
          <p:cNvSpPr/>
          <p:nvPr/>
        </p:nvSpPr>
        <p:spPr>
          <a:xfrm>
            <a:off x="9666856" y="5545521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443" name="Google Shape;2443;p49"/>
          <p:cNvSpPr/>
          <p:nvPr/>
        </p:nvSpPr>
        <p:spPr>
          <a:xfrm>
            <a:off x="10853230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444" name="Google Shape;2444;p49"/>
          <p:cNvSpPr txBox="1"/>
          <p:nvPr/>
        </p:nvSpPr>
        <p:spPr>
          <a:xfrm>
            <a:off x="371857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445" name="Google Shape;2445;p49"/>
          <p:cNvSpPr txBox="1"/>
          <p:nvPr/>
        </p:nvSpPr>
        <p:spPr>
          <a:xfrm>
            <a:off x="476661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2446" name="Google Shape;2446;p49"/>
          <p:cNvSpPr txBox="1"/>
          <p:nvPr/>
        </p:nvSpPr>
        <p:spPr>
          <a:xfrm>
            <a:off x="609131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2447" name="Google Shape;2447;p49"/>
          <p:cNvSpPr txBox="1"/>
          <p:nvPr/>
        </p:nvSpPr>
        <p:spPr>
          <a:xfrm>
            <a:off x="713935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2448" name="Google Shape;2448;p49"/>
          <p:cNvSpPr txBox="1"/>
          <p:nvPr/>
        </p:nvSpPr>
        <p:spPr>
          <a:xfrm>
            <a:off x="854457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2449" name="Google Shape;2449;p49"/>
          <p:cNvSpPr txBox="1"/>
          <p:nvPr/>
        </p:nvSpPr>
        <p:spPr>
          <a:xfrm>
            <a:off x="9592614" y="5007433"/>
            <a:ext cx="1176994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450" name="Google Shape;2450;p49"/>
          <p:cNvSpPr txBox="1"/>
          <p:nvPr/>
        </p:nvSpPr>
        <p:spPr>
          <a:xfrm>
            <a:off x="10917322" y="499690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451" name="Google Shape;2451;p49"/>
          <p:cNvSpPr txBox="1"/>
          <p:nvPr/>
        </p:nvSpPr>
        <p:spPr>
          <a:xfrm>
            <a:off x="2538134" y="5723428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2" name="Google Shape;2452;p49"/>
          <p:cNvCxnSpPr/>
          <p:nvPr/>
        </p:nvCxnSpPr>
        <p:spPr>
          <a:xfrm>
            <a:off x="11213349" y="23830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53" name="Google Shape;2453;p49"/>
          <p:cNvCxnSpPr/>
          <p:nvPr/>
        </p:nvCxnSpPr>
        <p:spPr>
          <a:xfrm>
            <a:off x="10140313" y="222556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54" name="Google Shape;2454;p49"/>
          <p:cNvCxnSpPr/>
          <p:nvPr/>
        </p:nvCxnSpPr>
        <p:spPr>
          <a:xfrm>
            <a:off x="10132219" y="238304"/>
            <a:ext cx="106684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55" name="Google Shape;2455;p49"/>
          <p:cNvCxnSpPr/>
          <p:nvPr/>
        </p:nvCxnSpPr>
        <p:spPr>
          <a:xfrm>
            <a:off x="9131573" y="215300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56" name="Google Shape;2456;p49"/>
          <p:cNvCxnSpPr/>
          <p:nvPr/>
        </p:nvCxnSpPr>
        <p:spPr>
          <a:xfrm>
            <a:off x="9123479" y="231048"/>
            <a:ext cx="106684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57" name="Google Shape;2457;p49"/>
          <p:cNvCxnSpPr/>
          <p:nvPr/>
        </p:nvCxnSpPr>
        <p:spPr>
          <a:xfrm>
            <a:off x="7905119" y="222560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58" name="Google Shape;2458;p49"/>
          <p:cNvCxnSpPr/>
          <p:nvPr/>
        </p:nvCxnSpPr>
        <p:spPr>
          <a:xfrm>
            <a:off x="7911539" y="238308"/>
            <a:ext cx="120552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59" name="Google Shape;2459;p49"/>
          <p:cNvCxnSpPr/>
          <p:nvPr/>
        </p:nvCxnSpPr>
        <p:spPr>
          <a:xfrm>
            <a:off x="6707691" y="215305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60" name="Google Shape;2460;p49"/>
          <p:cNvCxnSpPr/>
          <p:nvPr/>
        </p:nvCxnSpPr>
        <p:spPr>
          <a:xfrm>
            <a:off x="6714111" y="231053"/>
            <a:ext cx="120552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61" name="Google Shape;2461;p49"/>
          <p:cNvCxnSpPr/>
          <p:nvPr/>
        </p:nvCxnSpPr>
        <p:spPr>
          <a:xfrm>
            <a:off x="5495751" y="22256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62" name="Google Shape;2462;p49"/>
          <p:cNvCxnSpPr/>
          <p:nvPr/>
        </p:nvCxnSpPr>
        <p:spPr>
          <a:xfrm>
            <a:off x="5502171" y="238312"/>
            <a:ext cx="120552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63" name="Google Shape;2463;p49"/>
          <p:cNvCxnSpPr/>
          <p:nvPr/>
        </p:nvCxnSpPr>
        <p:spPr>
          <a:xfrm>
            <a:off x="4312840" y="215308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64" name="Google Shape;2464;p49"/>
          <p:cNvCxnSpPr/>
          <p:nvPr/>
        </p:nvCxnSpPr>
        <p:spPr>
          <a:xfrm>
            <a:off x="4319260" y="231056"/>
            <a:ext cx="120552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65" name="Google Shape;2465;p49"/>
          <p:cNvSpPr/>
          <p:nvPr/>
        </p:nvSpPr>
        <p:spPr>
          <a:xfrm>
            <a:off x="7282893" y="3664817"/>
            <a:ext cx="918748" cy="604910"/>
          </a:xfrm>
          <a:prstGeom prst="rect">
            <a:avLst/>
          </a:prstGeom>
          <a:noFill/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466" name="Google Shape;2466;p49"/>
          <p:cNvSpPr txBox="1"/>
          <p:nvPr/>
        </p:nvSpPr>
        <p:spPr>
          <a:xfrm>
            <a:off x="0" y="225083"/>
            <a:ext cx="3418449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j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0" name="Shape 2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1" name="Google Shape;2471;p50"/>
          <p:cNvSpPr txBox="1"/>
          <p:nvPr/>
        </p:nvSpPr>
        <p:spPr>
          <a:xfrm>
            <a:off x="3326613" y="261981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472" name="Google Shape;2472;p50"/>
          <p:cNvSpPr txBox="1"/>
          <p:nvPr/>
        </p:nvSpPr>
        <p:spPr>
          <a:xfrm>
            <a:off x="4392102" y="2598801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2473" name="Google Shape;2473;p50"/>
          <p:cNvSpPr txBox="1"/>
          <p:nvPr/>
        </p:nvSpPr>
        <p:spPr>
          <a:xfrm>
            <a:off x="5359746" y="2577792"/>
            <a:ext cx="879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2</a:t>
            </a:r>
            <a:endParaRPr/>
          </a:p>
        </p:txBody>
      </p:sp>
      <p:sp>
        <p:nvSpPr>
          <p:cNvPr id="2474" name="Google Shape;2474;p50"/>
          <p:cNvSpPr txBox="1"/>
          <p:nvPr/>
        </p:nvSpPr>
        <p:spPr>
          <a:xfrm>
            <a:off x="6278494" y="2573418"/>
            <a:ext cx="88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2475" name="Google Shape;2475;p50"/>
          <p:cNvSpPr txBox="1"/>
          <p:nvPr/>
        </p:nvSpPr>
        <p:spPr>
          <a:xfrm>
            <a:off x="7192504" y="2569044"/>
            <a:ext cx="953588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2476" name="Google Shape;2476;p50"/>
          <p:cNvSpPr txBox="1"/>
          <p:nvPr/>
        </p:nvSpPr>
        <p:spPr>
          <a:xfrm>
            <a:off x="8040394" y="256904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477" name="Google Shape;2477;p50"/>
          <p:cNvSpPr txBox="1"/>
          <p:nvPr/>
        </p:nvSpPr>
        <p:spPr>
          <a:xfrm>
            <a:off x="8955225" y="258447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478" name="Google Shape;2478;p50"/>
          <p:cNvSpPr/>
          <p:nvPr/>
        </p:nvSpPr>
        <p:spPr>
          <a:xfrm>
            <a:off x="4394317" y="297760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479" name="Google Shape;2479;p50"/>
          <p:cNvSpPr/>
          <p:nvPr/>
        </p:nvSpPr>
        <p:spPr>
          <a:xfrm>
            <a:off x="5359746" y="2975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480" name="Google Shape;2480;p50"/>
          <p:cNvSpPr/>
          <p:nvPr/>
        </p:nvSpPr>
        <p:spPr>
          <a:xfrm>
            <a:off x="6278663" y="297649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481" name="Google Shape;2481;p50"/>
          <p:cNvSpPr/>
          <p:nvPr/>
        </p:nvSpPr>
        <p:spPr>
          <a:xfrm>
            <a:off x="7227344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482" name="Google Shape;2482;p50"/>
          <p:cNvSpPr/>
          <p:nvPr/>
        </p:nvSpPr>
        <p:spPr>
          <a:xfrm>
            <a:off x="8146261" y="297035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483" name="Google Shape;2483;p50"/>
          <p:cNvSpPr/>
          <p:nvPr/>
        </p:nvSpPr>
        <p:spPr>
          <a:xfrm>
            <a:off x="9111690" y="296813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484" name="Google Shape;2484;p50"/>
          <p:cNvSpPr/>
          <p:nvPr/>
        </p:nvSpPr>
        <p:spPr>
          <a:xfrm>
            <a:off x="10030607" y="296924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485" name="Google Shape;2485;p50"/>
          <p:cNvSpPr txBox="1"/>
          <p:nvPr/>
        </p:nvSpPr>
        <p:spPr>
          <a:xfrm>
            <a:off x="9866543" y="256793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2486" name="Google Shape;2486;p50"/>
          <p:cNvSpPr/>
          <p:nvPr/>
        </p:nvSpPr>
        <p:spPr>
          <a:xfrm>
            <a:off x="10953786" y="296198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487" name="Google Shape;2487;p50"/>
          <p:cNvSpPr txBox="1"/>
          <p:nvPr/>
        </p:nvSpPr>
        <p:spPr>
          <a:xfrm>
            <a:off x="10996275" y="2560676"/>
            <a:ext cx="876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2488" name="Google Shape;2488;p50"/>
          <p:cNvSpPr/>
          <p:nvPr/>
        </p:nvSpPr>
        <p:spPr>
          <a:xfrm>
            <a:off x="3473354" y="29848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489" name="Google Shape;2489;p50"/>
          <p:cNvSpPr txBox="1"/>
          <p:nvPr/>
        </p:nvSpPr>
        <p:spPr>
          <a:xfrm>
            <a:off x="2414766" y="3045535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0" name="Google Shape;2490;p50"/>
          <p:cNvSpPr/>
          <p:nvPr/>
        </p:nvSpPr>
        <p:spPr>
          <a:xfrm>
            <a:off x="3551655" y="99529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491" name="Google Shape;2491;p50"/>
          <p:cNvSpPr/>
          <p:nvPr/>
        </p:nvSpPr>
        <p:spPr>
          <a:xfrm>
            <a:off x="473802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492" name="Google Shape;2492;p50"/>
          <p:cNvSpPr/>
          <p:nvPr/>
        </p:nvSpPr>
        <p:spPr>
          <a:xfrm>
            <a:off x="593378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493" name="Google Shape;2493;p50"/>
          <p:cNvSpPr/>
          <p:nvPr/>
        </p:nvSpPr>
        <p:spPr>
          <a:xfrm>
            <a:off x="712719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494" name="Google Shape;2494;p50"/>
          <p:cNvSpPr/>
          <p:nvPr/>
        </p:nvSpPr>
        <p:spPr>
          <a:xfrm>
            <a:off x="831356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495" name="Google Shape;2495;p50"/>
          <p:cNvSpPr/>
          <p:nvPr/>
        </p:nvSpPr>
        <p:spPr>
          <a:xfrm>
            <a:off x="9499941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496" name="Google Shape;2496;p50"/>
          <p:cNvSpPr/>
          <p:nvPr/>
        </p:nvSpPr>
        <p:spPr>
          <a:xfrm>
            <a:off x="10686315" y="995292"/>
            <a:ext cx="1186374" cy="604910"/>
          </a:xfrm>
          <a:prstGeom prst="rect">
            <a:avLst/>
          </a:prstGeom>
          <a:solidFill>
            <a:srgbClr val="F7CAAC"/>
          </a:solidFill>
          <a:ln cap="flat" cmpd="sng" w="12700">
            <a:solidFill>
              <a:srgbClr val="F7CAA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497" name="Google Shape;2497;p50"/>
          <p:cNvSpPr txBox="1"/>
          <p:nvPr/>
        </p:nvSpPr>
        <p:spPr>
          <a:xfrm>
            <a:off x="355165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498" name="Google Shape;2498;p50"/>
          <p:cNvSpPr txBox="1"/>
          <p:nvPr/>
        </p:nvSpPr>
        <p:spPr>
          <a:xfrm>
            <a:off x="459969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2499" name="Google Shape;2499;p50"/>
          <p:cNvSpPr txBox="1"/>
          <p:nvPr/>
        </p:nvSpPr>
        <p:spPr>
          <a:xfrm>
            <a:off x="592440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2500" name="Google Shape;2500;p50"/>
          <p:cNvSpPr txBox="1"/>
          <p:nvPr/>
        </p:nvSpPr>
        <p:spPr>
          <a:xfrm>
            <a:off x="697244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2501" name="Google Shape;2501;p50"/>
          <p:cNvSpPr txBox="1"/>
          <p:nvPr/>
        </p:nvSpPr>
        <p:spPr>
          <a:xfrm>
            <a:off x="837765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2502" name="Google Shape;2502;p50"/>
          <p:cNvSpPr txBox="1"/>
          <p:nvPr/>
        </p:nvSpPr>
        <p:spPr>
          <a:xfrm>
            <a:off x="942569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503" name="Google Shape;2503;p50"/>
          <p:cNvSpPr txBox="1"/>
          <p:nvPr/>
        </p:nvSpPr>
        <p:spPr>
          <a:xfrm>
            <a:off x="10750407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504" name="Google Shape;2504;p50"/>
          <p:cNvSpPr txBox="1"/>
          <p:nvPr/>
        </p:nvSpPr>
        <p:spPr>
          <a:xfrm>
            <a:off x="2567166" y="585364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5" name="Google Shape;2505;p50"/>
          <p:cNvSpPr/>
          <p:nvPr/>
        </p:nvSpPr>
        <p:spPr>
          <a:xfrm>
            <a:off x="3718570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06" name="Google Shape;2506;p50"/>
          <p:cNvSpPr/>
          <p:nvPr/>
        </p:nvSpPr>
        <p:spPr>
          <a:xfrm>
            <a:off x="4904944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507" name="Google Shape;2507;p50"/>
          <p:cNvSpPr/>
          <p:nvPr/>
        </p:nvSpPr>
        <p:spPr>
          <a:xfrm>
            <a:off x="6100698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508" name="Google Shape;2508;p50"/>
          <p:cNvSpPr/>
          <p:nvPr/>
        </p:nvSpPr>
        <p:spPr>
          <a:xfrm>
            <a:off x="7294108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509" name="Google Shape;2509;p50"/>
          <p:cNvSpPr/>
          <p:nvPr/>
        </p:nvSpPr>
        <p:spPr>
          <a:xfrm>
            <a:off x="8480482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510" name="Google Shape;2510;p50"/>
          <p:cNvSpPr/>
          <p:nvPr/>
        </p:nvSpPr>
        <p:spPr>
          <a:xfrm>
            <a:off x="9666856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511" name="Google Shape;2511;p50"/>
          <p:cNvSpPr/>
          <p:nvPr/>
        </p:nvSpPr>
        <p:spPr>
          <a:xfrm>
            <a:off x="10853230" y="554552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512" name="Google Shape;2512;p50"/>
          <p:cNvSpPr txBox="1"/>
          <p:nvPr/>
        </p:nvSpPr>
        <p:spPr>
          <a:xfrm>
            <a:off x="371857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513" name="Google Shape;2513;p50"/>
          <p:cNvSpPr txBox="1"/>
          <p:nvPr/>
        </p:nvSpPr>
        <p:spPr>
          <a:xfrm>
            <a:off x="4766610" y="504371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2514" name="Google Shape;2514;p50"/>
          <p:cNvSpPr txBox="1"/>
          <p:nvPr/>
        </p:nvSpPr>
        <p:spPr>
          <a:xfrm>
            <a:off x="609131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2515" name="Google Shape;2515;p50"/>
          <p:cNvSpPr txBox="1"/>
          <p:nvPr/>
        </p:nvSpPr>
        <p:spPr>
          <a:xfrm>
            <a:off x="7139358" y="503319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2516" name="Google Shape;2516;p50"/>
          <p:cNvSpPr txBox="1"/>
          <p:nvPr/>
        </p:nvSpPr>
        <p:spPr>
          <a:xfrm>
            <a:off x="854457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2517" name="Google Shape;2517;p50"/>
          <p:cNvSpPr txBox="1"/>
          <p:nvPr/>
        </p:nvSpPr>
        <p:spPr>
          <a:xfrm>
            <a:off x="9592614" y="50074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518" name="Google Shape;2518;p50"/>
          <p:cNvSpPr txBox="1"/>
          <p:nvPr/>
        </p:nvSpPr>
        <p:spPr>
          <a:xfrm>
            <a:off x="10917322" y="499690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519" name="Google Shape;2519;p50"/>
          <p:cNvSpPr txBox="1"/>
          <p:nvPr/>
        </p:nvSpPr>
        <p:spPr>
          <a:xfrm>
            <a:off x="2538134" y="5723428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0" name="Google Shape;2520;p50"/>
          <p:cNvCxnSpPr/>
          <p:nvPr/>
        </p:nvCxnSpPr>
        <p:spPr>
          <a:xfrm>
            <a:off x="11213349" y="23830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21" name="Google Shape;2521;p50"/>
          <p:cNvCxnSpPr/>
          <p:nvPr/>
        </p:nvCxnSpPr>
        <p:spPr>
          <a:xfrm>
            <a:off x="10140313" y="222556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22" name="Google Shape;2522;p50"/>
          <p:cNvCxnSpPr/>
          <p:nvPr/>
        </p:nvCxnSpPr>
        <p:spPr>
          <a:xfrm>
            <a:off x="10132219" y="238304"/>
            <a:ext cx="106684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23" name="Google Shape;2523;p50"/>
          <p:cNvCxnSpPr/>
          <p:nvPr/>
        </p:nvCxnSpPr>
        <p:spPr>
          <a:xfrm>
            <a:off x="9131573" y="215300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24" name="Google Shape;2524;p50"/>
          <p:cNvCxnSpPr/>
          <p:nvPr/>
        </p:nvCxnSpPr>
        <p:spPr>
          <a:xfrm>
            <a:off x="9123479" y="231048"/>
            <a:ext cx="106684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25" name="Google Shape;2525;p50"/>
          <p:cNvCxnSpPr/>
          <p:nvPr/>
        </p:nvCxnSpPr>
        <p:spPr>
          <a:xfrm>
            <a:off x="7905119" y="222560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26" name="Google Shape;2526;p50"/>
          <p:cNvCxnSpPr/>
          <p:nvPr/>
        </p:nvCxnSpPr>
        <p:spPr>
          <a:xfrm>
            <a:off x="7911539" y="238308"/>
            <a:ext cx="120552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27" name="Google Shape;2527;p50"/>
          <p:cNvCxnSpPr/>
          <p:nvPr/>
        </p:nvCxnSpPr>
        <p:spPr>
          <a:xfrm>
            <a:off x="6707691" y="215305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28" name="Google Shape;2528;p50"/>
          <p:cNvCxnSpPr/>
          <p:nvPr/>
        </p:nvCxnSpPr>
        <p:spPr>
          <a:xfrm>
            <a:off x="6714111" y="231053"/>
            <a:ext cx="120552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29" name="Google Shape;2529;p50"/>
          <p:cNvCxnSpPr/>
          <p:nvPr/>
        </p:nvCxnSpPr>
        <p:spPr>
          <a:xfrm>
            <a:off x="5495751" y="22256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30" name="Google Shape;2530;p50"/>
          <p:cNvCxnSpPr/>
          <p:nvPr/>
        </p:nvCxnSpPr>
        <p:spPr>
          <a:xfrm>
            <a:off x="5502171" y="238312"/>
            <a:ext cx="120552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31" name="Google Shape;2531;p50"/>
          <p:cNvCxnSpPr/>
          <p:nvPr/>
        </p:nvCxnSpPr>
        <p:spPr>
          <a:xfrm>
            <a:off x="4312840" y="215308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32" name="Google Shape;2532;p50"/>
          <p:cNvCxnSpPr/>
          <p:nvPr/>
        </p:nvCxnSpPr>
        <p:spPr>
          <a:xfrm>
            <a:off x="4319260" y="231056"/>
            <a:ext cx="120552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33" name="Google Shape;2533;p50"/>
          <p:cNvCxnSpPr/>
          <p:nvPr/>
        </p:nvCxnSpPr>
        <p:spPr>
          <a:xfrm>
            <a:off x="4392102" y="1262743"/>
            <a:ext cx="6210600" cy="44607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34" name="Google Shape;2534;p50"/>
          <p:cNvSpPr txBox="1"/>
          <p:nvPr/>
        </p:nvSpPr>
        <p:spPr>
          <a:xfrm>
            <a:off x="0" y="225083"/>
            <a:ext cx="3418449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j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8" name="Shape 2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" name="Google Shape;2539;p51"/>
          <p:cNvSpPr/>
          <p:nvPr/>
        </p:nvSpPr>
        <p:spPr>
          <a:xfrm>
            <a:off x="3551655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540" name="Google Shape;2540;p51"/>
          <p:cNvSpPr/>
          <p:nvPr/>
        </p:nvSpPr>
        <p:spPr>
          <a:xfrm>
            <a:off x="4738029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541" name="Google Shape;2541;p51"/>
          <p:cNvSpPr/>
          <p:nvPr/>
        </p:nvSpPr>
        <p:spPr>
          <a:xfrm>
            <a:off x="593378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542" name="Google Shape;2542;p51"/>
          <p:cNvSpPr/>
          <p:nvPr/>
        </p:nvSpPr>
        <p:spPr>
          <a:xfrm>
            <a:off x="7127193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543" name="Google Shape;2543;p51"/>
          <p:cNvSpPr/>
          <p:nvPr/>
        </p:nvSpPr>
        <p:spPr>
          <a:xfrm>
            <a:off x="8313567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544" name="Google Shape;2544;p51"/>
          <p:cNvSpPr/>
          <p:nvPr/>
        </p:nvSpPr>
        <p:spPr>
          <a:xfrm>
            <a:off x="9499941" y="99529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545" name="Google Shape;2545;p51"/>
          <p:cNvSpPr/>
          <p:nvPr/>
        </p:nvSpPr>
        <p:spPr>
          <a:xfrm>
            <a:off x="10686315" y="995292"/>
            <a:ext cx="1186374" cy="604910"/>
          </a:xfrm>
          <a:prstGeom prst="rect">
            <a:avLst/>
          </a:prstGeom>
          <a:solidFill>
            <a:srgbClr val="F7CAAC"/>
          </a:solidFill>
          <a:ln cap="flat" cmpd="sng" w="12700">
            <a:solidFill>
              <a:srgbClr val="F7CAA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46" name="Google Shape;2546;p51"/>
          <p:cNvSpPr txBox="1"/>
          <p:nvPr/>
        </p:nvSpPr>
        <p:spPr>
          <a:xfrm>
            <a:off x="355165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547" name="Google Shape;2547;p51"/>
          <p:cNvSpPr txBox="1"/>
          <p:nvPr/>
        </p:nvSpPr>
        <p:spPr>
          <a:xfrm>
            <a:off x="4599695" y="49348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2548" name="Google Shape;2548;p51"/>
          <p:cNvSpPr txBox="1"/>
          <p:nvPr/>
        </p:nvSpPr>
        <p:spPr>
          <a:xfrm>
            <a:off x="592440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2549" name="Google Shape;2549;p51"/>
          <p:cNvSpPr txBox="1"/>
          <p:nvPr/>
        </p:nvSpPr>
        <p:spPr>
          <a:xfrm>
            <a:off x="6972443" y="4829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2550" name="Google Shape;2550;p51"/>
          <p:cNvSpPr txBox="1"/>
          <p:nvPr/>
        </p:nvSpPr>
        <p:spPr>
          <a:xfrm>
            <a:off x="837765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2551" name="Google Shape;2551;p51"/>
          <p:cNvSpPr txBox="1"/>
          <p:nvPr/>
        </p:nvSpPr>
        <p:spPr>
          <a:xfrm>
            <a:off x="9425699" y="45720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552" name="Google Shape;2552;p51"/>
          <p:cNvSpPr txBox="1"/>
          <p:nvPr/>
        </p:nvSpPr>
        <p:spPr>
          <a:xfrm>
            <a:off x="10750407" y="44668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553" name="Google Shape;2553;p51"/>
          <p:cNvSpPr txBox="1"/>
          <p:nvPr/>
        </p:nvSpPr>
        <p:spPr>
          <a:xfrm>
            <a:off x="2567166" y="585364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4" name="Google Shape;2554;p51"/>
          <p:cNvSpPr/>
          <p:nvPr/>
        </p:nvSpPr>
        <p:spPr>
          <a:xfrm>
            <a:off x="3776626" y="3876378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55" name="Google Shape;2555;p51"/>
          <p:cNvSpPr/>
          <p:nvPr/>
        </p:nvSpPr>
        <p:spPr>
          <a:xfrm>
            <a:off x="4963000" y="3876378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556" name="Google Shape;2556;p51"/>
          <p:cNvSpPr/>
          <p:nvPr/>
        </p:nvSpPr>
        <p:spPr>
          <a:xfrm>
            <a:off x="6158754" y="3876378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557" name="Google Shape;2557;p51"/>
          <p:cNvSpPr/>
          <p:nvPr/>
        </p:nvSpPr>
        <p:spPr>
          <a:xfrm>
            <a:off x="7352164" y="3876378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558" name="Google Shape;2558;p51"/>
          <p:cNvSpPr/>
          <p:nvPr/>
        </p:nvSpPr>
        <p:spPr>
          <a:xfrm>
            <a:off x="8538538" y="3876378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559" name="Google Shape;2559;p51"/>
          <p:cNvSpPr/>
          <p:nvPr/>
        </p:nvSpPr>
        <p:spPr>
          <a:xfrm>
            <a:off x="9724912" y="3876378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560" name="Google Shape;2560;p51"/>
          <p:cNvSpPr/>
          <p:nvPr/>
        </p:nvSpPr>
        <p:spPr>
          <a:xfrm>
            <a:off x="10911286" y="3876378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561" name="Google Shape;2561;p51"/>
          <p:cNvSpPr txBox="1"/>
          <p:nvPr/>
        </p:nvSpPr>
        <p:spPr>
          <a:xfrm>
            <a:off x="3776626" y="337457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562" name="Google Shape;2562;p51"/>
          <p:cNvSpPr txBox="1"/>
          <p:nvPr/>
        </p:nvSpPr>
        <p:spPr>
          <a:xfrm>
            <a:off x="4824666" y="337457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2563" name="Google Shape;2563;p51"/>
          <p:cNvSpPr txBox="1"/>
          <p:nvPr/>
        </p:nvSpPr>
        <p:spPr>
          <a:xfrm>
            <a:off x="6149374" y="336405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2564" name="Google Shape;2564;p51"/>
          <p:cNvSpPr txBox="1"/>
          <p:nvPr/>
        </p:nvSpPr>
        <p:spPr>
          <a:xfrm>
            <a:off x="7197414" y="336405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2565" name="Google Shape;2565;p51"/>
          <p:cNvSpPr txBox="1"/>
          <p:nvPr/>
        </p:nvSpPr>
        <p:spPr>
          <a:xfrm>
            <a:off x="8602630" y="333829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2566" name="Google Shape;2566;p51"/>
          <p:cNvSpPr txBox="1"/>
          <p:nvPr/>
        </p:nvSpPr>
        <p:spPr>
          <a:xfrm>
            <a:off x="9650670" y="333829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567" name="Google Shape;2567;p51"/>
          <p:cNvSpPr txBox="1"/>
          <p:nvPr/>
        </p:nvSpPr>
        <p:spPr>
          <a:xfrm>
            <a:off x="10975378" y="332776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568" name="Google Shape;2568;p51"/>
          <p:cNvSpPr txBox="1"/>
          <p:nvPr/>
        </p:nvSpPr>
        <p:spPr>
          <a:xfrm>
            <a:off x="7039161" y="4910628"/>
            <a:ext cx="13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9" name="Google Shape;2569;p51"/>
          <p:cNvCxnSpPr/>
          <p:nvPr/>
        </p:nvCxnSpPr>
        <p:spPr>
          <a:xfrm>
            <a:off x="11213349" y="23830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70" name="Google Shape;2570;p51"/>
          <p:cNvCxnSpPr/>
          <p:nvPr/>
        </p:nvCxnSpPr>
        <p:spPr>
          <a:xfrm>
            <a:off x="10140313" y="222556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71" name="Google Shape;2571;p51"/>
          <p:cNvCxnSpPr/>
          <p:nvPr/>
        </p:nvCxnSpPr>
        <p:spPr>
          <a:xfrm>
            <a:off x="10132219" y="238304"/>
            <a:ext cx="106684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72" name="Google Shape;2572;p51"/>
          <p:cNvCxnSpPr/>
          <p:nvPr/>
        </p:nvCxnSpPr>
        <p:spPr>
          <a:xfrm>
            <a:off x="9131573" y="215300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73" name="Google Shape;2573;p51"/>
          <p:cNvCxnSpPr/>
          <p:nvPr/>
        </p:nvCxnSpPr>
        <p:spPr>
          <a:xfrm>
            <a:off x="9123479" y="231048"/>
            <a:ext cx="106684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74" name="Google Shape;2574;p51"/>
          <p:cNvCxnSpPr/>
          <p:nvPr/>
        </p:nvCxnSpPr>
        <p:spPr>
          <a:xfrm>
            <a:off x="7905119" y="222560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75" name="Google Shape;2575;p51"/>
          <p:cNvCxnSpPr/>
          <p:nvPr/>
        </p:nvCxnSpPr>
        <p:spPr>
          <a:xfrm>
            <a:off x="7911539" y="238308"/>
            <a:ext cx="120552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76" name="Google Shape;2576;p51"/>
          <p:cNvCxnSpPr/>
          <p:nvPr/>
        </p:nvCxnSpPr>
        <p:spPr>
          <a:xfrm>
            <a:off x="6707691" y="215305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77" name="Google Shape;2577;p51"/>
          <p:cNvCxnSpPr/>
          <p:nvPr/>
        </p:nvCxnSpPr>
        <p:spPr>
          <a:xfrm>
            <a:off x="6714111" y="231053"/>
            <a:ext cx="120552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78" name="Google Shape;2578;p51"/>
          <p:cNvCxnSpPr/>
          <p:nvPr/>
        </p:nvCxnSpPr>
        <p:spPr>
          <a:xfrm>
            <a:off x="5495751" y="222564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79" name="Google Shape;2579;p51"/>
          <p:cNvCxnSpPr/>
          <p:nvPr/>
        </p:nvCxnSpPr>
        <p:spPr>
          <a:xfrm>
            <a:off x="5502171" y="238312"/>
            <a:ext cx="120552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80" name="Google Shape;2580;p51"/>
          <p:cNvCxnSpPr/>
          <p:nvPr/>
        </p:nvCxnSpPr>
        <p:spPr>
          <a:xfrm>
            <a:off x="4312840" y="215308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81" name="Google Shape;2581;p51"/>
          <p:cNvCxnSpPr/>
          <p:nvPr/>
        </p:nvCxnSpPr>
        <p:spPr>
          <a:xfrm>
            <a:off x="4319260" y="231056"/>
            <a:ext cx="120552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82" name="Google Shape;2582;p51"/>
          <p:cNvSpPr txBox="1"/>
          <p:nvPr/>
        </p:nvSpPr>
        <p:spPr>
          <a:xfrm>
            <a:off x="0" y="225083"/>
            <a:ext cx="3418449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COUNTING-SORT(M,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element  from (let it be max)  the given array. Initialize an array of length  max+1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    let C[0 ... k]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    for i = 0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4    for j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5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6    for i = 1 to 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7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8   for i=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9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10    C[M[i]] = C[M[i]] - 1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2024-03-12T01:47:32Z</dcterms:created>
  <dc:creator>Fahim</dc:creator>
</cp:coreProperties>
</file>