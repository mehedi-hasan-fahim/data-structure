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gu6FXiTlFzhEPFNNehiI4PKapv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slide" Target="slides/slide43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225083"/>
            <a:ext cx="12192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count_sort_with_negatives (M,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Find out the maximum (let it be max) and minimum element (let it be min) from  the given array. Thus the index value can’t be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negative,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 at first we have to make the array no negative .For this we can simply subtract each element of the array by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Subtracting the minimum element from each element in the array shifts the range so that the minimum element becomes zero or greater, effectively making the array non-negative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0" y="1887076"/>
            <a:ext cx="4107766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Find minimum and maximum elements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Shift all elements to make them non-negative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107766" y="1887076"/>
            <a:ext cx="347472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Count occurrences of each element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Output sorted elements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962314" y="1887076"/>
            <a:ext cx="347472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Shift sorted array back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Output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1294228" y="407963"/>
            <a:ext cx="103397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আমরা প্রথমে array এর সব element থেকে min বিয়োগ করব । যেহেতু এই খানে min negative number তাই min বিয়োগ করতে গিয়ে minus minus plus হয়ে সব element non negative হয়ে যাবে  ।  তারপর ঐ non negative array কে counting sort এর নিয়মে sort করব । শুরুতে array এর সব element থেকে   যেই min বিয়োগ করা হয়েছিল   last এ   output array এর element এর সাথে ঐ min যোগ করে দিলেই হয়ে যাবে।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0" y="225083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870966" y="48885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057340" y="48885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253094" y="48885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446504" y="48885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8632878" y="48885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645837" y="2156095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3870966" y="-1295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4919006" y="-1295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6243714" y="-234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7291754" y="-234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8696970" y="-4923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5218894" y="2904001"/>
            <a:ext cx="22276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Max Element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8039691" y="2156095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7591642" y="2904001"/>
            <a:ext cx="22276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Min  Element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0170942" y="488850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616556" y="812407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802930" y="812407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998684" y="812407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8192094" y="812407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9378468" y="812407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4616556" y="31060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5664596" y="31060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6989304" y="3000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8037344" y="30007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9442560" y="27431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1005626" y="1858204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0548430" y="2447204"/>
            <a:ext cx="22276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Min  Element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642344" y="3581398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828718" y="3581398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024472" y="3581398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217882" y="3581398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9404256" y="3581398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4642344" y="30795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5690384" y="307959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7015092" y="306907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8063132" y="306907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9468348" y="304331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6724359" y="442780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3516670" y="584627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4404198" y="563618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5351974" y="542609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381821" y="538235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7382561" y="533861"/>
            <a:ext cx="9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8230451" y="533861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9145282" y="549294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4584374" y="942423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5549803" y="940205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6468720" y="941314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7417401" y="934059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8336318" y="935168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9301747" y="932950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10220664" y="934059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10056600" y="532752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3663411" y="949683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6032284" y="1738922"/>
            <a:ext cx="143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11139589" y="935184"/>
            <a:ext cx="918600" cy="60480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10938850" y="532752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3729018" y="21720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5509475" y="213420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8387952" y="212545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10214101" y="21243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11013614" y="2136071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3729018" y="21720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5509475" y="213420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8387952" y="212545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10214101" y="21243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237" name="Google Shape;237;p7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3729018" y="21720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45" name="Google Shape;245;p8"/>
          <p:cNvSpPr txBox="1"/>
          <p:nvPr/>
        </p:nvSpPr>
        <p:spPr>
          <a:xfrm>
            <a:off x="5509475" y="213420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48" name="Google Shape;248;p8"/>
          <p:cNvSpPr txBox="1"/>
          <p:nvPr/>
        </p:nvSpPr>
        <p:spPr>
          <a:xfrm>
            <a:off x="8387952" y="212545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10214101" y="21243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273" name="Google Shape;273;p8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3729018" y="21720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280" name="Google Shape;280;p9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5739809" y="2134207"/>
            <a:ext cx="78161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284" name="Google Shape;284;p9"/>
          <p:cNvSpPr txBox="1"/>
          <p:nvPr/>
        </p:nvSpPr>
        <p:spPr>
          <a:xfrm>
            <a:off x="8387952" y="212545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285" name="Google Shape;285;p9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10214101" y="21243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309" name="Google Shape;309;p9"/>
          <p:cNvCxnSpPr/>
          <p:nvPr/>
        </p:nvCxnSpPr>
        <p:spPr>
          <a:xfrm flipH="1" rot="10800000">
            <a:off x="5372709" y="308255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" name="Google Shape;310;p9"/>
          <p:cNvCxnSpPr/>
          <p:nvPr/>
        </p:nvCxnSpPr>
        <p:spPr>
          <a:xfrm>
            <a:off x="6521428" y="29773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1" name="Google Shape;311;p9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3729018" y="217207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5739809" y="2134207"/>
            <a:ext cx="78161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21" name="Google Shape;321;p10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322" name="Google Shape;322;p10"/>
          <p:cNvSpPr txBox="1"/>
          <p:nvPr/>
        </p:nvSpPr>
        <p:spPr>
          <a:xfrm>
            <a:off x="8387952" y="212545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10214101" y="21243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40" name="Google Shape;340;p10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341" name="Google Shape;341;p10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6" name="Google Shape;346;p10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347" name="Google Shape;347;p10"/>
          <p:cNvCxnSpPr/>
          <p:nvPr/>
        </p:nvCxnSpPr>
        <p:spPr>
          <a:xfrm flipH="1" rot="10800000">
            <a:off x="5372709" y="308255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8" name="Google Shape;348;p10"/>
          <p:cNvCxnSpPr/>
          <p:nvPr/>
        </p:nvCxnSpPr>
        <p:spPr>
          <a:xfrm>
            <a:off x="6521428" y="29773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9" name="Google Shape;349;p10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3784365" y="2172077"/>
            <a:ext cx="9709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356" name="Google Shape;356;p11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357" name="Google Shape;357;p11"/>
          <p:cNvSpPr txBox="1"/>
          <p:nvPr/>
        </p:nvSpPr>
        <p:spPr>
          <a:xfrm>
            <a:off x="5739809" y="2134207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59" name="Google Shape;359;p11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360" name="Google Shape;360;p11"/>
          <p:cNvSpPr txBox="1"/>
          <p:nvPr/>
        </p:nvSpPr>
        <p:spPr>
          <a:xfrm>
            <a:off x="8387952" y="212545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9" name="Google Shape;369;p11"/>
          <p:cNvSpPr txBox="1"/>
          <p:nvPr/>
        </p:nvSpPr>
        <p:spPr>
          <a:xfrm>
            <a:off x="10214101" y="21243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1" name="Google Shape;371;p11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380" name="Google Shape;380;p11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382" name="Google Shape;382;p11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4" name="Google Shape;384;p11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385" name="Google Shape;385;p11"/>
          <p:cNvCxnSpPr/>
          <p:nvPr/>
        </p:nvCxnSpPr>
        <p:spPr>
          <a:xfrm flipH="1" rot="10800000">
            <a:off x="5372709" y="308255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6" name="Google Shape;386;p11"/>
          <p:cNvCxnSpPr/>
          <p:nvPr/>
        </p:nvCxnSpPr>
        <p:spPr>
          <a:xfrm>
            <a:off x="6521428" y="29773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7" name="Google Shape;387;p11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8" name="Google Shape;388;p11"/>
          <p:cNvCxnSpPr/>
          <p:nvPr/>
        </p:nvCxnSpPr>
        <p:spPr>
          <a:xfrm>
            <a:off x="6521428" y="308255"/>
            <a:ext cx="1194888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9" name="Google Shape;389;p11"/>
          <p:cNvCxnSpPr/>
          <p:nvPr/>
        </p:nvCxnSpPr>
        <p:spPr>
          <a:xfrm>
            <a:off x="7716316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 txBox="1"/>
          <p:nvPr/>
        </p:nvSpPr>
        <p:spPr>
          <a:xfrm>
            <a:off x="3784365" y="2172077"/>
            <a:ext cx="9709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397" name="Google Shape;397;p12"/>
          <p:cNvSpPr txBox="1"/>
          <p:nvPr/>
        </p:nvSpPr>
        <p:spPr>
          <a:xfrm>
            <a:off x="5739809" y="2134207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398" name="Google Shape;398;p12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399" name="Google Shape;399;p12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8387952" y="212545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401" name="Google Shape;401;p12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9" name="Google Shape;409;p12"/>
          <p:cNvSpPr txBox="1"/>
          <p:nvPr/>
        </p:nvSpPr>
        <p:spPr>
          <a:xfrm>
            <a:off x="10214101" y="212435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7</a:t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1" name="Google Shape;411;p12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418" name="Google Shape;418;p12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419" name="Google Shape;419;p12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420" name="Google Shape;420;p12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21" name="Google Shape;421;p12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422" name="Google Shape;422;p12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4" name="Google Shape;424;p12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425" name="Google Shape;425;p12"/>
          <p:cNvCxnSpPr/>
          <p:nvPr/>
        </p:nvCxnSpPr>
        <p:spPr>
          <a:xfrm flipH="1" rot="10800000">
            <a:off x="5372709" y="308255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6" name="Google Shape;426;p12"/>
          <p:cNvCxnSpPr/>
          <p:nvPr/>
        </p:nvCxnSpPr>
        <p:spPr>
          <a:xfrm>
            <a:off x="6521428" y="29773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7" name="Google Shape;427;p12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8" name="Google Shape;428;p12"/>
          <p:cNvCxnSpPr/>
          <p:nvPr/>
        </p:nvCxnSpPr>
        <p:spPr>
          <a:xfrm>
            <a:off x="6521428" y="308255"/>
            <a:ext cx="1194888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9" name="Google Shape;429;p12"/>
          <p:cNvCxnSpPr/>
          <p:nvPr/>
        </p:nvCxnSpPr>
        <p:spPr>
          <a:xfrm>
            <a:off x="7716316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 txBox="1"/>
          <p:nvPr/>
        </p:nvSpPr>
        <p:spPr>
          <a:xfrm>
            <a:off x="3784365" y="2172077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436" name="Google Shape;436;p13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437" name="Google Shape;437;p13"/>
          <p:cNvSpPr txBox="1"/>
          <p:nvPr/>
        </p:nvSpPr>
        <p:spPr>
          <a:xfrm>
            <a:off x="5739809" y="2134207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438" name="Google Shape;438;p13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39" name="Google Shape;439;p13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440" name="Google Shape;440;p13"/>
          <p:cNvSpPr txBox="1"/>
          <p:nvPr/>
        </p:nvSpPr>
        <p:spPr>
          <a:xfrm>
            <a:off x="8387952" y="2125459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441" name="Google Shape;441;p13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49" name="Google Shape;449;p13"/>
          <p:cNvSpPr txBox="1"/>
          <p:nvPr/>
        </p:nvSpPr>
        <p:spPr>
          <a:xfrm>
            <a:off x="10347681" y="2124350"/>
            <a:ext cx="914831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1" name="Google Shape;451;p13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57" name="Google Shape;457;p13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458" name="Google Shape;458;p13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460" name="Google Shape;460;p13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61" name="Google Shape;461;p13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462" name="Google Shape;462;p13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64" name="Google Shape;464;p13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465" name="Google Shape;465;p13"/>
          <p:cNvCxnSpPr/>
          <p:nvPr/>
        </p:nvCxnSpPr>
        <p:spPr>
          <a:xfrm flipH="1" rot="10800000">
            <a:off x="5372709" y="308255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6" name="Google Shape;466;p13"/>
          <p:cNvCxnSpPr/>
          <p:nvPr/>
        </p:nvCxnSpPr>
        <p:spPr>
          <a:xfrm>
            <a:off x="6521428" y="29773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7" name="Google Shape;467;p13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8" name="Google Shape;468;p13"/>
          <p:cNvCxnSpPr/>
          <p:nvPr/>
        </p:nvCxnSpPr>
        <p:spPr>
          <a:xfrm>
            <a:off x="6521428" y="308255"/>
            <a:ext cx="1194888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13"/>
          <p:cNvCxnSpPr/>
          <p:nvPr/>
        </p:nvCxnSpPr>
        <p:spPr>
          <a:xfrm>
            <a:off x="7716316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0" name="Google Shape;470;p13"/>
          <p:cNvCxnSpPr/>
          <p:nvPr/>
        </p:nvCxnSpPr>
        <p:spPr>
          <a:xfrm flipH="1" rot="10800000">
            <a:off x="7719669" y="305909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1" name="Google Shape;471;p13"/>
          <p:cNvCxnSpPr/>
          <p:nvPr/>
        </p:nvCxnSpPr>
        <p:spPr>
          <a:xfrm>
            <a:off x="8868388" y="29538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 txBox="1"/>
          <p:nvPr/>
        </p:nvSpPr>
        <p:spPr>
          <a:xfrm>
            <a:off x="3784365" y="2172077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478" name="Google Shape;478;p14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479" name="Google Shape;479;p14"/>
          <p:cNvSpPr txBox="1"/>
          <p:nvPr/>
        </p:nvSpPr>
        <p:spPr>
          <a:xfrm>
            <a:off x="5739809" y="2134207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480" name="Google Shape;480;p14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481" name="Google Shape;481;p14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482" name="Google Shape;482;p14"/>
          <p:cNvSpPr txBox="1"/>
          <p:nvPr/>
        </p:nvSpPr>
        <p:spPr>
          <a:xfrm>
            <a:off x="8493650" y="2125459"/>
            <a:ext cx="974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5</a:t>
            </a:r>
            <a:endParaRPr/>
          </a:p>
        </p:txBody>
      </p:sp>
      <p:sp>
        <p:nvSpPr>
          <p:cNvPr id="483" name="Google Shape;483;p14"/>
          <p:cNvSpPr txBox="1"/>
          <p:nvPr/>
        </p:nvSpPr>
        <p:spPr>
          <a:xfrm>
            <a:off x="9302783" y="214089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484" name="Google Shape;484;p14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89" name="Google Shape;489;p14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1" name="Google Shape;491;p14"/>
          <p:cNvSpPr txBox="1"/>
          <p:nvPr/>
        </p:nvSpPr>
        <p:spPr>
          <a:xfrm>
            <a:off x="10347681" y="2124350"/>
            <a:ext cx="914831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3" name="Google Shape;493;p14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96" name="Google Shape;496;p14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99" name="Google Shape;499;p14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500" name="Google Shape;500;p14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501" name="Google Shape;501;p14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503" name="Google Shape;503;p14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504" name="Google Shape;504;p14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06" name="Google Shape;506;p14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507" name="Google Shape;507;p14"/>
          <p:cNvCxnSpPr/>
          <p:nvPr/>
        </p:nvCxnSpPr>
        <p:spPr>
          <a:xfrm flipH="1" rot="10800000">
            <a:off x="5372709" y="308255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8" name="Google Shape;508;p14"/>
          <p:cNvCxnSpPr/>
          <p:nvPr/>
        </p:nvCxnSpPr>
        <p:spPr>
          <a:xfrm>
            <a:off x="6521428" y="29773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9" name="Google Shape;509;p14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0" name="Google Shape;510;p14"/>
          <p:cNvCxnSpPr/>
          <p:nvPr/>
        </p:nvCxnSpPr>
        <p:spPr>
          <a:xfrm>
            <a:off x="6521428" y="308255"/>
            <a:ext cx="1194888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1" name="Google Shape;511;p14"/>
          <p:cNvCxnSpPr/>
          <p:nvPr/>
        </p:nvCxnSpPr>
        <p:spPr>
          <a:xfrm>
            <a:off x="7716316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2" name="Google Shape;512;p14"/>
          <p:cNvCxnSpPr/>
          <p:nvPr/>
        </p:nvCxnSpPr>
        <p:spPr>
          <a:xfrm flipH="1" rot="10800000">
            <a:off x="7719669" y="305909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3" name="Google Shape;513;p14"/>
          <p:cNvCxnSpPr/>
          <p:nvPr/>
        </p:nvCxnSpPr>
        <p:spPr>
          <a:xfrm>
            <a:off x="8868388" y="29538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5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 txBox="1"/>
          <p:nvPr/>
        </p:nvSpPr>
        <p:spPr>
          <a:xfrm>
            <a:off x="3784365" y="2172077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520" name="Google Shape;520;p15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521" name="Google Shape;521;p15"/>
          <p:cNvSpPr txBox="1"/>
          <p:nvPr/>
        </p:nvSpPr>
        <p:spPr>
          <a:xfrm>
            <a:off x="5739809" y="2134207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522" name="Google Shape;522;p15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523" name="Google Shape;523;p15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524" name="Google Shape;524;p15"/>
          <p:cNvSpPr txBox="1"/>
          <p:nvPr/>
        </p:nvSpPr>
        <p:spPr>
          <a:xfrm>
            <a:off x="8475866" y="2125459"/>
            <a:ext cx="95358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525" name="Google Shape;525;p15"/>
          <p:cNvSpPr txBox="1"/>
          <p:nvPr/>
        </p:nvSpPr>
        <p:spPr>
          <a:xfrm>
            <a:off x="9459247" y="2140892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33" name="Google Shape;533;p15"/>
          <p:cNvSpPr txBox="1"/>
          <p:nvPr/>
        </p:nvSpPr>
        <p:spPr>
          <a:xfrm>
            <a:off x="10347681" y="2124350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35" name="Google Shape;535;p15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41" name="Google Shape;541;p15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542" name="Google Shape;542;p15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543" name="Google Shape;543;p15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544" name="Google Shape;544;p15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545" name="Google Shape;545;p15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546" name="Google Shape;546;p15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48" name="Google Shape;548;p15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549" name="Google Shape;549;p15"/>
          <p:cNvCxnSpPr/>
          <p:nvPr/>
        </p:nvCxnSpPr>
        <p:spPr>
          <a:xfrm flipH="1" rot="10800000">
            <a:off x="5372709" y="308255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15"/>
          <p:cNvCxnSpPr/>
          <p:nvPr/>
        </p:nvCxnSpPr>
        <p:spPr>
          <a:xfrm>
            <a:off x="6521428" y="29773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1" name="Google Shape;551;p15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2" name="Google Shape;552;p15"/>
          <p:cNvCxnSpPr/>
          <p:nvPr/>
        </p:nvCxnSpPr>
        <p:spPr>
          <a:xfrm>
            <a:off x="6521428" y="308255"/>
            <a:ext cx="1194888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3" name="Google Shape;553;p15"/>
          <p:cNvCxnSpPr/>
          <p:nvPr/>
        </p:nvCxnSpPr>
        <p:spPr>
          <a:xfrm>
            <a:off x="7716316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4" name="Google Shape;554;p15"/>
          <p:cNvCxnSpPr/>
          <p:nvPr/>
        </p:nvCxnSpPr>
        <p:spPr>
          <a:xfrm flipH="1" rot="10800000">
            <a:off x="7719669" y="305909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5" name="Google Shape;555;p15"/>
          <p:cNvCxnSpPr/>
          <p:nvPr/>
        </p:nvCxnSpPr>
        <p:spPr>
          <a:xfrm>
            <a:off x="8868388" y="29538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6" name="Google Shape;556;p15"/>
          <p:cNvCxnSpPr/>
          <p:nvPr/>
        </p:nvCxnSpPr>
        <p:spPr>
          <a:xfrm>
            <a:off x="8831017" y="295329"/>
            <a:ext cx="1092447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7" name="Google Shape;557;p15"/>
          <p:cNvCxnSpPr/>
          <p:nvPr/>
        </p:nvCxnSpPr>
        <p:spPr>
          <a:xfrm>
            <a:off x="9923464" y="26725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 txBox="1"/>
          <p:nvPr/>
        </p:nvSpPr>
        <p:spPr>
          <a:xfrm>
            <a:off x="3784365" y="2172077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564" name="Google Shape;564;p16"/>
          <p:cNvSpPr txBox="1"/>
          <p:nvPr/>
        </p:nvSpPr>
        <p:spPr>
          <a:xfrm>
            <a:off x="4561699" y="215521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565" name="Google Shape;565;p16"/>
          <p:cNvSpPr txBox="1"/>
          <p:nvPr/>
        </p:nvSpPr>
        <p:spPr>
          <a:xfrm>
            <a:off x="5739809" y="2134207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566" name="Google Shape;566;p16"/>
          <p:cNvSpPr txBox="1"/>
          <p:nvPr/>
        </p:nvSpPr>
        <p:spPr>
          <a:xfrm>
            <a:off x="6539322" y="212983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567" name="Google Shape;567;p16"/>
          <p:cNvSpPr txBox="1"/>
          <p:nvPr/>
        </p:nvSpPr>
        <p:spPr>
          <a:xfrm>
            <a:off x="7540062" y="2125459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568" name="Google Shape;568;p16"/>
          <p:cNvSpPr txBox="1"/>
          <p:nvPr/>
        </p:nvSpPr>
        <p:spPr>
          <a:xfrm>
            <a:off x="8493650" y="2125459"/>
            <a:ext cx="88843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5</a:t>
            </a:r>
            <a:endParaRPr/>
          </a:p>
        </p:txBody>
      </p:sp>
      <p:sp>
        <p:nvSpPr>
          <p:cNvPr id="569" name="Google Shape;569;p16"/>
          <p:cNvSpPr txBox="1"/>
          <p:nvPr/>
        </p:nvSpPr>
        <p:spPr>
          <a:xfrm>
            <a:off x="9459247" y="2140892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4741875" y="253402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5707304" y="253180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6626221" y="253291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7574902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8493819" y="252676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9459248" y="252454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10378165" y="252565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7" name="Google Shape;577;p16"/>
          <p:cNvSpPr txBox="1"/>
          <p:nvPr/>
        </p:nvSpPr>
        <p:spPr>
          <a:xfrm>
            <a:off x="10347681" y="2124350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3820912" y="254128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9" name="Google Shape;579;p16"/>
          <p:cNvSpPr txBox="1"/>
          <p:nvPr/>
        </p:nvSpPr>
        <p:spPr>
          <a:xfrm>
            <a:off x="7168273" y="3244334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4642344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5828718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702447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8217882" y="1049210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9404256" y="1049210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85" name="Google Shape;585;p16"/>
          <p:cNvSpPr txBox="1"/>
          <p:nvPr/>
        </p:nvSpPr>
        <p:spPr>
          <a:xfrm>
            <a:off x="464234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586" name="Google Shape;586;p16"/>
          <p:cNvSpPr txBox="1"/>
          <p:nvPr/>
        </p:nvSpPr>
        <p:spPr>
          <a:xfrm>
            <a:off x="5690384" y="54740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587" name="Google Shape;587;p16"/>
          <p:cNvSpPr txBox="1"/>
          <p:nvPr/>
        </p:nvSpPr>
        <p:spPr>
          <a:xfrm>
            <a:off x="701509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588" name="Google Shape;588;p16"/>
          <p:cNvSpPr txBox="1"/>
          <p:nvPr/>
        </p:nvSpPr>
        <p:spPr>
          <a:xfrm>
            <a:off x="8063132" y="53688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589" name="Google Shape;589;p16"/>
          <p:cNvSpPr txBox="1"/>
          <p:nvPr/>
        </p:nvSpPr>
        <p:spPr>
          <a:xfrm>
            <a:off x="9468348" y="51112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590" name="Google Shape;590;p16"/>
          <p:cNvSpPr txBox="1"/>
          <p:nvPr/>
        </p:nvSpPr>
        <p:spPr>
          <a:xfrm>
            <a:off x="3420166" y="66150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11262512" y="252429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92" name="Google Shape;592;p16"/>
          <p:cNvSpPr txBox="1"/>
          <p:nvPr/>
        </p:nvSpPr>
        <p:spPr>
          <a:xfrm>
            <a:off x="11262512" y="2136071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593" name="Google Shape;593;p16"/>
          <p:cNvCxnSpPr/>
          <p:nvPr/>
        </p:nvCxnSpPr>
        <p:spPr>
          <a:xfrm flipH="1" rot="10800000">
            <a:off x="5372709" y="308255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4" name="Google Shape;594;p16"/>
          <p:cNvCxnSpPr/>
          <p:nvPr/>
        </p:nvCxnSpPr>
        <p:spPr>
          <a:xfrm>
            <a:off x="6521428" y="29773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5" name="Google Shape;595;p16"/>
          <p:cNvCxnSpPr/>
          <p:nvPr/>
        </p:nvCxnSpPr>
        <p:spPr>
          <a:xfrm>
            <a:off x="5372709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6" name="Google Shape;596;p16"/>
          <p:cNvCxnSpPr/>
          <p:nvPr/>
        </p:nvCxnSpPr>
        <p:spPr>
          <a:xfrm>
            <a:off x="6521428" y="308255"/>
            <a:ext cx="1194888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7" name="Google Shape;597;p16"/>
          <p:cNvCxnSpPr/>
          <p:nvPr/>
        </p:nvCxnSpPr>
        <p:spPr>
          <a:xfrm>
            <a:off x="7716316" y="32580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98" name="Google Shape;598;p16"/>
          <p:cNvCxnSpPr/>
          <p:nvPr/>
        </p:nvCxnSpPr>
        <p:spPr>
          <a:xfrm flipH="1" rot="10800000">
            <a:off x="7719669" y="305909"/>
            <a:ext cx="1134432" cy="175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9" name="Google Shape;599;p16"/>
          <p:cNvCxnSpPr/>
          <p:nvPr/>
        </p:nvCxnSpPr>
        <p:spPr>
          <a:xfrm>
            <a:off x="8868388" y="295389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00" name="Google Shape;600;p16"/>
          <p:cNvCxnSpPr/>
          <p:nvPr/>
        </p:nvCxnSpPr>
        <p:spPr>
          <a:xfrm>
            <a:off x="8831017" y="295329"/>
            <a:ext cx="1092447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1" name="Google Shape;601;p16"/>
          <p:cNvCxnSpPr/>
          <p:nvPr/>
        </p:nvCxnSpPr>
        <p:spPr>
          <a:xfrm>
            <a:off x="9923464" y="267255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7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608" name="Google Shape;608;p17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609" name="Google Shape;609;p17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610" name="Google Shape;610;p17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611" name="Google Shape;611;p17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612" name="Google Shape;612;p17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613" name="Google Shape;613;p17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6" name="Google Shape;616;p17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17" name="Google Shape;617;p17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18" name="Google Shape;618;p17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20" name="Google Shape;620;p17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21" name="Google Shape;621;p17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23" name="Google Shape;623;p17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624" name="Google Shape;624;p17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25" name="Google Shape;625;p17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626" name="Google Shape;626;p17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627" name="Google Shape;627;p17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628" name="Google Shape;628;p17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629" name="Google Shape;629;p17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630" name="Google Shape;630;p17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631" name="Google Shape;631;p17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632" name="Google Shape;632;p17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35" name="Google Shape;635;p17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38" name="Google Shape;638;p17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0" name="Google Shape;640;p17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641" name="Google Shape;641;p17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2" name="Google Shape;642;p17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3" name="Google Shape;643;p17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644" name="Google Shape;644;p17"/>
          <p:cNvCxnSpPr/>
          <p:nvPr/>
        </p:nvCxnSpPr>
        <p:spPr>
          <a:xfrm flipH="1" rot="10800000">
            <a:off x="4326108" y="1124017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8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651" name="Google Shape;651;p18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652" name="Google Shape;652;p18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653" name="Google Shape;653;p18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654" name="Google Shape;654;p18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655" name="Google Shape;655;p18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656" name="Google Shape;656;p18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657" name="Google Shape;657;p18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58" name="Google Shape;658;p18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59" name="Google Shape;659;p18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60" name="Google Shape;660;p18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61" name="Google Shape;661;p18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63" name="Google Shape;663;p18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64" name="Google Shape;664;p18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665" name="Google Shape;665;p18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66" name="Google Shape;666;p18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667" name="Google Shape;667;p18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68" name="Google Shape;668;p18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669" name="Google Shape;669;p18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670" name="Google Shape;670;p18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671" name="Google Shape;671;p18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672" name="Google Shape;672;p18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673" name="Google Shape;673;p18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674" name="Google Shape;674;p18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675" name="Google Shape;675;p18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77" name="Google Shape;677;p18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78" name="Google Shape;678;p18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79" name="Google Shape;679;p18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80" name="Google Shape;680;p18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1" name="Google Shape;681;p18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82" name="Google Shape;682;p18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3" name="Google Shape;683;p18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684" name="Google Shape;684;p18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5" name="Google Shape;685;p18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6" name="Google Shape;686;p18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687" name="Google Shape;687;p18"/>
          <p:cNvCxnSpPr/>
          <p:nvPr/>
        </p:nvCxnSpPr>
        <p:spPr>
          <a:xfrm flipH="1" rot="10800000">
            <a:off x="4326108" y="1124017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688" name="Google Shape;688;p18"/>
          <p:cNvCxnSpPr/>
          <p:nvPr/>
        </p:nvCxnSpPr>
        <p:spPr>
          <a:xfrm>
            <a:off x="4785578" y="1761547"/>
            <a:ext cx="280854" cy="87858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9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9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695" name="Google Shape;695;p19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696" name="Google Shape;696;p19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697" name="Google Shape;697;p19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698" name="Google Shape;698;p19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699" name="Google Shape;699;p19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00" name="Google Shape;700;p19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01" name="Google Shape;701;p19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02" name="Google Shape;702;p19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03" name="Google Shape;703;p19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04" name="Google Shape;704;p19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05" name="Google Shape;705;p19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06" name="Google Shape;706;p19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07" name="Google Shape;707;p19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08" name="Google Shape;708;p19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709" name="Google Shape;709;p19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10" name="Google Shape;710;p19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711" name="Google Shape;711;p19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12" name="Google Shape;712;p19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713" name="Google Shape;713;p19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714" name="Google Shape;714;p19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715" name="Google Shape;715;p19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716" name="Google Shape;716;p19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717" name="Google Shape;717;p19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718" name="Google Shape;718;p19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19" name="Google Shape;719;p19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20" name="Google Shape;720;p19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1" name="Google Shape;721;p19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2" name="Google Shape;722;p19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23" name="Google Shape;723;p19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24" name="Google Shape;724;p19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26" name="Google Shape;726;p19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7" name="Google Shape;727;p19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728" name="Google Shape;728;p19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9" name="Google Shape;729;p19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30" name="Google Shape;730;p19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731" name="Google Shape;731;p19"/>
          <p:cNvCxnSpPr/>
          <p:nvPr/>
        </p:nvCxnSpPr>
        <p:spPr>
          <a:xfrm flipH="1" rot="10800000">
            <a:off x="5266627" y="1153400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0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0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738" name="Google Shape;738;p20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739" name="Google Shape;739;p20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740" name="Google Shape;740;p20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741" name="Google Shape;741;p20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742" name="Google Shape;742;p20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43" name="Google Shape;743;p20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44" name="Google Shape;744;p20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5" name="Google Shape;745;p20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46" name="Google Shape;746;p20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7" name="Google Shape;747;p20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48" name="Google Shape;748;p20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49" name="Google Shape;749;p20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50" name="Google Shape;750;p20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51" name="Google Shape;751;p20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752" name="Google Shape;752;p20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53" name="Google Shape;753;p20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754" name="Google Shape;754;p20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55" name="Google Shape;755;p20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756" name="Google Shape;756;p20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757" name="Google Shape;757;p20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758" name="Google Shape;758;p20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759" name="Google Shape;759;p20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760" name="Google Shape;760;p20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761" name="Google Shape;761;p20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62" name="Google Shape;762;p20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63" name="Google Shape;763;p20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64" name="Google Shape;764;p20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65" name="Google Shape;765;p20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66" name="Google Shape;766;p20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67" name="Google Shape;767;p20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68" name="Google Shape;768;p20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69" name="Google Shape;769;p20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70" name="Google Shape;770;p20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771" name="Google Shape;771;p20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72" name="Google Shape;772;p20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73" name="Google Shape;773;p20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774" name="Google Shape;774;p20"/>
          <p:cNvCxnSpPr/>
          <p:nvPr/>
        </p:nvCxnSpPr>
        <p:spPr>
          <a:xfrm flipH="1" rot="10800000">
            <a:off x="5266627" y="1153400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775" name="Google Shape;775;p20"/>
          <p:cNvCxnSpPr/>
          <p:nvPr/>
        </p:nvCxnSpPr>
        <p:spPr>
          <a:xfrm>
            <a:off x="5728341" y="1765565"/>
            <a:ext cx="280854" cy="87858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21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1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782" name="Google Shape;782;p21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783" name="Google Shape;783;p21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784" name="Google Shape;784;p21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785" name="Google Shape;785;p21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786" name="Google Shape;786;p21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787" name="Google Shape;787;p21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788" name="Google Shape;788;p21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89" name="Google Shape;789;p21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0" name="Google Shape;790;p21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91" name="Google Shape;791;p21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92" name="Google Shape;792;p21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3" name="Google Shape;793;p21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94" name="Google Shape;794;p21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5" name="Google Shape;795;p21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796" name="Google Shape;796;p21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7" name="Google Shape;797;p21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798" name="Google Shape;798;p21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99" name="Google Shape;799;p21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800" name="Google Shape;800;p21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801" name="Google Shape;801;p21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802" name="Google Shape;802;p21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803" name="Google Shape;803;p21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804" name="Google Shape;804;p21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805" name="Google Shape;805;p21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806" name="Google Shape;806;p21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807" name="Google Shape;807;p21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08" name="Google Shape;808;p21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09" name="Google Shape;809;p21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10" name="Google Shape;810;p21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11" name="Google Shape;811;p21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12" name="Google Shape;812;p21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13" name="Google Shape;813;p21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14" name="Google Shape;814;p21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815" name="Google Shape;815;p21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16" name="Google Shape;816;p21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17" name="Google Shape;817;p21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818" name="Google Shape;818;p21"/>
          <p:cNvCxnSpPr/>
          <p:nvPr/>
        </p:nvCxnSpPr>
        <p:spPr>
          <a:xfrm flipH="1" rot="10800000">
            <a:off x="6224172" y="1151816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2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2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825" name="Google Shape;825;p22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826" name="Google Shape;826;p22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827" name="Google Shape;827;p22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828" name="Google Shape;828;p22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829" name="Google Shape;829;p22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830" name="Google Shape;830;p22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831" name="Google Shape;831;p22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32" name="Google Shape;832;p22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33" name="Google Shape;833;p22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34" name="Google Shape;834;p22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35" name="Google Shape;835;p22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36" name="Google Shape;836;p22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37" name="Google Shape;837;p22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38" name="Google Shape;838;p22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839" name="Google Shape;839;p22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40" name="Google Shape;840;p22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841" name="Google Shape;841;p22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42" name="Google Shape;842;p22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843" name="Google Shape;843;p22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844" name="Google Shape;844;p22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845" name="Google Shape;845;p22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846" name="Google Shape;846;p22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847" name="Google Shape;847;p22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848" name="Google Shape;848;p22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849" name="Google Shape;849;p22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850" name="Google Shape;850;p22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1" name="Google Shape;851;p22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52" name="Google Shape;852;p22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54" name="Google Shape;854;p22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5" name="Google Shape;855;p22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56" name="Google Shape;856;p22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7" name="Google Shape;857;p22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858" name="Google Shape;858;p22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9" name="Google Shape;859;p22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60" name="Google Shape;860;p22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861" name="Google Shape;861;p22"/>
          <p:cNvCxnSpPr/>
          <p:nvPr/>
        </p:nvCxnSpPr>
        <p:spPr>
          <a:xfrm flipH="1" rot="10800000">
            <a:off x="6224172" y="1151816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862" name="Google Shape;862;p22"/>
          <p:cNvCxnSpPr/>
          <p:nvPr/>
        </p:nvCxnSpPr>
        <p:spPr>
          <a:xfrm>
            <a:off x="6639524" y="1844770"/>
            <a:ext cx="280854" cy="87858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3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3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869" name="Google Shape;869;p23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870" name="Google Shape;870;p23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871" name="Google Shape;871;p23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872" name="Google Shape;872;p23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873" name="Google Shape;873;p23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874" name="Google Shape;874;p23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875" name="Google Shape;875;p23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76" name="Google Shape;876;p23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77" name="Google Shape;877;p23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78" name="Google Shape;878;p23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79" name="Google Shape;879;p23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80" name="Google Shape;880;p23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81" name="Google Shape;881;p23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82" name="Google Shape;882;p23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883" name="Google Shape;883;p23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84" name="Google Shape;884;p23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885" name="Google Shape;885;p23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86" name="Google Shape;886;p23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887" name="Google Shape;887;p23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888" name="Google Shape;888;p23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889" name="Google Shape;889;p23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890" name="Google Shape;890;p23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891" name="Google Shape;891;p23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892" name="Google Shape;892;p23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893" name="Google Shape;893;p23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894" name="Google Shape;894;p23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95" name="Google Shape;895;p23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96" name="Google Shape;896;p23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97" name="Google Shape;897;p23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98" name="Google Shape;898;p23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99" name="Google Shape;899;p23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00" name="Google Shape;900;p23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01" name="Google Shape;901;p23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902" name="Google Shape;902;p23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03" name="Google Shape;903;p23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04" name="Google Shape;904;p23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905" name="Google Shape;905;p23"/>
          <p:cNvCxnSpPr/>
          <p:nvPr/>
        </p:nvCxnSpPr>
        <p:spPr>
          <a:xfrm flipH="1" rot="10800000">
            <a:off x="7152003" y="1115313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4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4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912" name="Google Shape;912;p24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913" name="Google Shape;913;p24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914" name="Google Shape;914;p24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915" name="Google Shape;915;p24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16" name="Google Shape;916;p24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17" name="Google Shape;917;p24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18" name="Google Shape;918;p24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19" name="Google Shape;919;p24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20" name="Google Shape;920;p24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21" name="Google Shape;921;p24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22" name="Google Shape;922;p24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23" name="Google Shape;923;p24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24" name="Google Shape;924;p24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25" name="Google Shape;925;p24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926" name="Google Shape;926;p24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27" name="Google Shape;927;p24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928" name="Google Shape;928;p24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29" name="Google Shape;929;p24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930" name="Google Shape;930;p24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931" name="Google Shape;931;p24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932" name="Google Shape;932;p24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933" name="Google Shape;933;p24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934" name="Google Shape;934;p24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35" name="Google Shape;935;p24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36" name="Google Shape;936;p24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37" name="Google Shape;937;p24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38" name="Google Shape;938;p24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39" name="Google Shape;939;p24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40" name="Google Shape;940;p24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41" name="Google Shape;941;p24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42" name="Google Shape;942;p24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43" name="Google Shape;943;p24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44" name="Google Shape;944;p24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945" name="Google Shape;945;p24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46" name="Google Shape;946;p24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47" name="Google Shape;947;p24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948" name="Google Shape;948;p24"/>
          <p:cNvCxnSpPr/>
          <p:nvPr/>
        </p:nvCxnSpPr>
        <p:spPr>
          <a:xfrm flipH="1" rot="10800000">
            <a:off x="7152003" y="1115313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49" name="Google Shape;949;p24"/>
          <p:cNvCxnSpPr/>
          <p:nvPr/>
        </p:nvCxnSpPr>
        <p:spPr>
          <a:xfrm>
            <a:off x="7583512" y="1813585"/>
            <a:ext cx="280854" cy="87858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5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5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956" name="Google Shape;956;p25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957" name="Google Shape;957;p25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958" name="Google Shape;958;p25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959" name="Google Shape;959;p25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60" name="Google Shape;960;p25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61" name="Google Shape;961;p25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62" name="Google Shape;962;p25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63" name="Google Shape;963;p25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64" name="Google Shape;964;p25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65" name="Google Shape;965;p25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66" name="Google Shape;966;p25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67" name="Google Shape;967;p25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68" name="Google Shape;968;p25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69" name="Google Shape;969;p25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970" name="Google Shape;970;p25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1" name="Google Shape;971;p25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972" name="Google Shape;972;p25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3" name="Google Shape;973;p25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974" name="Google Shape;974;p25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975" name="Google Shape;975;p25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976" name="Google Shape;976;p25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977" name="Google Shape;977;p25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978" name="Google Shape;978;p25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979" name="Google Shape;979;p25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980" name="Google Shape;980;p25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981" name="Google Shape;981;p25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2" name="Google Shape;982;p25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83" name="Google Shape;983;p25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84" name="Google Shape;984;p25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85" name="Google Shape;985;p25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86" name="Google Shape;986;p25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87" name="Google Shape;987;p25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8" name="Google Shape;988;p25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989" name="Google Shape;989;p25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0" name="Google Shape;990;p25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1" name="Google Shape;991;p25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992" name="Google Shape;992;p25"/>
          <p:cNvCxnSpPr/>
          <p:nvPr/>
        </p:nvCxnSpPr>
        <p:spPr>
          <a:xfrm flipH="1" rot="10800000">
            <a:off x="7965399" y="1171583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93" name="Google Shape;993;p25"/>
          <p:cNvCxnSpPr/>
          <p:nvPr/>
        </p:nvCxnSpPr>
        <p:spPr>
          <a:xfrm>
            <a:off x="8396908" y="1869855"/>
            <a:ext cx="280854" cy="87858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6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6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000" name="Google Shape;1000;p26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001" name="Google Shape;1001;p26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002" name="Google Shape;1002;p26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003" name="Google Shape;1003;p26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04" name="Google Shape;1004;p26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05" name="Google Shape;1005;p26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06" name="Google Shape;1006;p26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07" name="Google Shape;1007;p26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08" name="Google Shape;1008;p26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09" name="Google Shape;1009;p26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10" name="Google Shape;1010;p26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1" name="Google Shape;1011;p26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12" name="Google Shape;1012;p26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3" name="Google Shape;1013;p26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014" name="Google Shape;1014;p26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5" name="Google Shape;1015;p26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016" name="Google Shape;1016;p26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7" name="Google Shape;1017;p26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018" name="Google Shape;1018;p26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019" name="Google Shape;1019;p26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020" name="Google Shape;1020;p26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021" name="Google Shape;1021;p26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022" name="Google Shape;1022;p26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23" name="Google Shape;1023;p26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24" name="Google Shape;1024;p26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25" name="Google Shape;1025;p26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26" name="Google Shape;1026;p26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27" name="Google Shape;1027;p26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28" name="Google Shape;1028;p26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29" name="Google Shape;1029;p26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30" name="Google Shape;1030;p26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31" name="Google Shape;1031;p26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32" name="Google Shape;1032;p26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033" name="Google Shape;1033;p26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34" name="Google Shape;1034;p26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35" name="Google Shape;1035;p26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1036" name="Google Shape;1036;p26"/>
          <p:cNvCxnSpPr/>
          <p:nvPr/>
        </p:nvCxnSpPr>
        <p:spPr>
          <a:xfrm flipH="1" rot="10800000">
            <a:off x="9021106" y="1129381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37" name="Google Shape;1037;p26"/>
          <p:cNvCxnSpPr/>
          <p:nvPr/>
        </p:nvCxnSpPr>
        <p:spPr>
          <a:xfrm>
            <a:off x="9452615" y="1827653"/>
            <a:ext cx="280854" cy="87858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27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7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044" name="Google Shape;1044;p27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045" name="Google Shape;1045;p27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046" name="Google Shape;1046;p27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047" name="Google Shape;1047;p27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48" name="Google Shape;1048;p27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49" name="Google Shape;1049;p27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50" name="Google Shape;1050;p27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51" name="Google Shape;1051;p27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52" name="Google Shape;1052;p27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53" name="Google Shape;1053;p27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54" name="Google Shape;1054;p27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55" name="Google Shape;1055;p27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56" name="Google Shape;1056;p27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57" name="Google Shape;1057;p27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058" name="Google Shape;1058;p27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59" name="Google Shape;1059;p27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060" name="Google Shape;1060;p27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61" name="Google Shape;1061;p27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062" name="Google Shape;1062;p27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063" name="Google Shape;1063;p27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064" name="Google Shape;1064;p27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065" name="Google Shape;1065;p27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066" name="Google Shape;1066;p27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67" name="Google Shape;1067;p27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68" name="Google Shape;1068;p27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69" name="Google Shape;1069;p27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70" name="Google Shape;1070;p27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71" name="Google Shape;1071;p27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72" name="Google Shape;1072;p27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73" name="Google Shape;1073;p27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74" name="Google Shape;1074;p27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75" name="Google Shape;1075;p27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76" name="Google Shape;1076;p27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077" name="Google Shape;1077;p27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78" name="Google Shape;1078;p27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79" name="Google Shape;1079;p27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1080" name="Google Shape;1080;p27"/>
          <p:cNvCxnSpPr/>
          <p:nvPr/>
        </p:nvCxnSpPr>
        <p:spPr>
          <a:xfrm flipH="1" rot="10800000">
            <a:off x="9990276" y="1131339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81" name="Google Shape;1081;p27"/>
          <p:cNvCxnSpPr/>
          <p:nvPr/>
        </p:nvCxnSpPr>
        <p:spPr>
          <a:xfrm>
            <a:off x="10421785" y="1829611"/>
            <a:ext cx="280854" cy="87858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8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8"/>
          <p:cNvSpPr txBox="1"/>
          <p:nvPr/>
        </p:nvSpPr>
        <p:spPr>
          <a:xfrm>
            <a:off x="3784365" y="385481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088" name="Google Shape;1088;p28"/>
          <p:cNvSpPr txBox="1"/>
          <p:nvPr/>
        </p:nvSpPr>
        <p:spPr>
          <a:xfrm>
            <a:off x="4561699" y="36862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089" name="Google Shape;1089;p28"/>
          <p:cNvSpPr txBox="1"/>
          <p:nvPr/>
        </p:nvSpPr>
        <p:spPr>
          <a:xfrm>
            <a:off x="5739809" y="347611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090" name="Google Shape;1090;p28"/>
          <p:cNvSpPr txBox="1"/>
          <p:nvPr/>
        </p:nvSpPr>
        <p:spPr>
          <a:xfrm>
            <a:off x="6539322" y="34323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091" name="Google Shape;1091;p28"/>
          <p:cNvSpPr txBox="1"/>
          <p:nvPr/>
        </p:nvSpPr>
        <p:spPr>
          <a:xfrm>
            <a:off x="7540062" y="338863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092" name="Google Shape;1092;p28"/>
          <p:cNvSpPr txBox="1"/>
          <p:nvPr/>
        </p:nvSpPr>
        <p:spPr>
          <a:xfrm>
            <a:off x="8387952" y="33886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093" name="Google Shape;1093;p28"/>
          <p:cNvSpPr txBox="1"/>
          <p:nvPr/>
        </p:nvSpPr>
        <p:spPr>
          <a:xfrm>
            <a:off x="9459247" y="354296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094" name="Google Shape;1094;p28"/>
          <p:cNvSpPr/>
          <p:nvPr/>
        </p:nvSpPr>
        <p:spPr>
          <a:xfrm>
            <a:off x="4741875" y="74742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95" name="Google Shape;1095;p28"/>
          <p:cNvSpPr/>
          <p:nvPr/>
        </p:nvSpPr>
        <p:spPr>
          <a:xfrm>
            <a:off x="5707304" y="74520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96" name="Google Shape;1096;p28"/>
          <p:cNvSpPr/>
          <p:nvPr/>
        </p:nvSpPr>
        <p:spPr>
          <a:xfrm>
            <a:off x="6626221" y="74631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97" name="Google Shape;1097;p28"/>
          <p:cNvSpPr/>
          <p:nvPr/>
        </p:nvSpPr>
        <p:spPr>
          <a:xfrm>
            <a:off x="7574902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98" name="Google Shape;1098;p28"/>
          <p:cNvSpPr/>
          <p:nvPr/>
        </p:nvSpPr>
        <p:spPr>
          <a:xfrm>
            <a:off x="8493819" y="74017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99" name="Google Shape;1099;p28"/>
          <p:cNvSpPr/>
          <p:nvPr/>
        </p:nvSpPr>
        <p:spPr>
          <a:xfrm>
            <a:off x="9459248" y="73795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00" name="Google Shape;1100;p28"/>
          <p:cNvSpPr/>
          <p:nvPr/>
        </p:nvSpPr>
        <p:spPr>
          <a:xfrm>
            <a:off x="10378165" y="73906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1" name="Google Shape;1101;p28"/>
          <p:cNvSpPr txBox="1"/>
          <p:nvPr/>
        </p:nvSpPr>
        <p:spPr>
          <a:xfrm>
            <a:off x="10347681" y="337754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102" name="Google Shape;1102;p28"/>
          <p:cNvSpPr/>
          <p:nvPr/>
        </p:nvSpPr>
        <p:spPr>
          <a:xfrm>
            <a:off x="3820912" y="7546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3" name="Google Shape;1103;p28"/>
          <p:cNvSpPr txBox="1"/>
          <p:nvPr/>
        </p:nvSpPr>
        <p:spPr>
          <a:xfrm>
            <a:off x="2665086" y="327032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104" name="Google Shape;1104;p28"/>
          <p:cNvSpPr/>
          <p:nvPr/>
        </p:nvSpPr>
        <p:spPr>
          <a:xfrm>
            <a:off x="11262512" y="73769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5" name="Google Shape;1105;p28"/>
          <p:cNvSpPr txBox="1"/>
          <p:nvPr/>
        </p:nvSpPr>
        <p:spPr>
          <a:xfrm>
            <a:off x="11262512" y="349475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106" name="Google Shape;1106;p28"/>
          <p:cNvSpPr txBox="1"/>
          <p:nvPr/>
        </p:nvSpPr>
        <p:spPr>
          <a:xfrm>
            <a:off x="3767949" y="2099396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107" name="Google Shape;1107;p28"/>
          <p:cNvSpPr txBox="1"/>
          <p:nvPr/>
        </p:nvSpPr>
        <p:spPr>
          <a:xfrm>
            <a:off x="4545283" y="2082535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108" name="Google Shape;1108;p28"/>
          <p:cNvSpPr txBox="1"/>
          <p:nvPr/>
        </p:nvSpPr>
        <p:spPr>
          <a:xfrm>
            <a:off x="5723393" y="2061526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109" name="Google Shape;1109;p28"/>
          <p:cNvSpPr txBox="1"/>
          <p:nvPr/>
        </p:nvSpPr>
        <p:spPr>
          <a:xfrm>
            <a:off x="6522906" y="205715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110" name="Google Shape;1110;p28"/>
          <p:cNvSpPr txBox="1"/>
          <p:nvPr/>
        </p:nvSpPr>
        <p:spPr>
          <a:xfrm>
            <a:off x="7523646" y="2052778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111" name="Google Shape;1111;p28"/>
          <p:cNvSpPr txBox="1"/>
          <p:nvPr/>
        </p:nvSpPr>
        <p:spPr>
          <a:xfrm>
            <a:off x="8371536" y="205277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112" name="Google Shape;1112;p28"/>
          <p:cNvSpPr txBox="1"/>
          <p:nvPr/>
        </p:nvSpPr>
        <p:spPr>
          <a:xfrm>
            <a:off x="9442831" y="2068211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113" name="Google Shape;1113;p28"/>
          <p:cNvSpPr/>
          <p:nvPr/>
        </p:nvSpPr>
        <p:spPr>
          <a:xfrm>
            <a:off x="4725459" y="246134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14" name="Google Shape;1114;p28"/>
          <p:cNvSpPr/>
          <p:nvPr/>
        </p:nvSpPr>
        <p:spPr>
          <a:xfrm>
            <a:off x="5690888" y="2459122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15" name="Google Shape;1115;p28"/>
          <p:cNvSpPr/>
          <p:nvPr/>
        </p:nvSpPr>
        <p:spPr>
          <a:xfrm>
            <a:off x="6609805" y="246023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16" name="Google Shape;1116;p28"/>
          <p:cNvSpPr/>
          <p:nvPr/>
        </p:nvSpPr>
        <p:spPr>
          <a:xfrm>
            <a:off x="7558486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17" name="Google Shape;1117;p28"/>
          <p:cNvSpPr/>
          <p:nvPr/>
        </p:nvSpPr>
        <p:spPr>
          <a:xfrm>
            <a:off x="8477403" y="245408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18" name="Google Shape;1118;p28"/>
          <p:cNvSpPr/>
          <p:nvPr/>
        </p:nvSpPr>
        <p:spPr>
          <a:xfrm>
            <a:off x="9442832" y="2451867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19" name="Google Shape;1119;p28"/>
          <p:cNvSpPr/>
          <p:nvPr/>
        </p:nvSpPr>
        <p:spPr>
          <a:xfrm>
            <a:off x="10361749" y="2452976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20" name="Google Shape;1120;p28"/>
          <p:cNvSpPr txBox="1"/>
          <p:nvPr/>
        </p:nvSpPr>
        <p:spPr>
          <a:xfrm>
            <a:off x="10331265" y="205166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121" name="Google Shape;1121;p28"/>
          <p:cNvSpPr/>
          <p:nvPr/>
        </p:nvSpPr>
        <p:spPr>
          <a:xfrm>
            <a:off x="3804496" y="246860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2" name="Google Shape;1122;p28"/>
          <p:cNvSpPr/>
          <p:nvPr/>
        </p:nvSpPr>
        <p:spPr>
          <a:xfrm>
            <a:off x="11246096" y="2451611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23" name="Google Shape;1123;p28"/>
          <p:cNvSpPr txBox="1"/>
          <p:nvPr/>
        </p:nvSpPr>
        <p:spPr>
          <a:xfrm>
            <a:off x="11246096" y="2063390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cxnSp>
        <p:nvCxnSpPr>
          <p:cNvPr id="1124" name="Google Shape;1124;p28"/>
          <p:cNvCxnSpPr/>
          <p:nvPr/>
        </p:nvCxnSpPr>
        <p:spPr>
          <a:xfrm flipH="1" rot="10800000">
            <a:off x="10863958" y="1131339"/>
            <a:ext cx="796769" cy="150664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25" name="Google Shape;1125;p28"/>
          <p:cNvCxnSpPr/>
          <p:nvPr/>
        </p:nvCxnSpPr>
        <p:spPr>
          <a:xfrm>
            <a:off x="11295467" y="1829611"/>
            <a:ext cx="280854" cy="87858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9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9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132" name="Google Shape;1132;p29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133" name="Google Shape;1133;p29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134" name="Google Shape;1134;p29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135" name="Google Shape;1135;p29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136" name="Google Shape;1136;p29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137" name="Google Shape;1137;p29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138" name="Google Shape;1138;p29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139" name="Google Shape;1139;p29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40" name="Google Shape;1140;p29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41" name="Google Shape;1141;p29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42" name="Google Shape;1142;p29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43" name="Google Shape;1143;p29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44" name="Google Shape;1144;p29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45" name="Google Shape;1145;p29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46" name="Google Shape;1146;p29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147" name="Google Shape;1147;p29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48" name="Google Shape;1148;p29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49" name="Google Shape;1149;p29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150" name="Google Shape;1150;p29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51" name="Google Shape;1151;p29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52" name="Google Shape;1152;p29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53" name="Google Shape;1153;p29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54" name="Google Shape;1154;p29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55" name="Google Shape;1155;p29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156" name="Google Shape;1156;p29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157" name="Google Shape;1157;p29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158" name="Google Shape;1158;p29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159" name="Google Shape;1159;p29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160" name="Google Shape;1160;p29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161" name="Google Shape;1161;p29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62" name="Google Shape;1162;p29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63" name="Google Shape;1163;p29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64" name="Google Shape;1164;p29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65" name="Google Shape;1165;p29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66" name="Google Shape;1166;p29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67" name="Google Shape;1167;p29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168" name="Google Shape;1168;p29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169" name="Google Shape;1169;p29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170" name="Google Shape;1170;p29"/>
          <p:cNvSpPr txBox="1"/>
          <p:nvPr/>
        </p:nvSpPr>
        <p:spPr>
          <a:xfrm>
            <a:off x="883451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171" name="Google Shape;1171;p29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172" name="Google Shape;1172;p29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30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0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179" name="Google Shape;1179;p30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180" name="Google Shape;1180;p30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181" name="Google Shape;1181;p30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182" name="Google Shape;1182;p30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183" name="Google Shape;1183;p30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184" name="Google Shape;1184;p30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185" name="Google Shape;1185;p30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186" name="Google Shape;1186;p30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87" name="Google Shape;1187;p30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88" name="Google Shape;1188;p30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89" name="Google Shape;1189;p30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90" name="Google Shape;1190;p30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91" name="Google Shape;1191;p30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92" name="Google Shape;1192;p30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93" name="Google Shape;1193;p30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194" name="Google Shape;1194;p30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95" name="Google Shape;1195;p30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96" name="Google Shape;1196;p30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197" name="Google Shape;1197;p30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98" name="Google Shape;1198;p30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99" name="Google Shape;1199;p30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00" name="Google Shape;1200;p30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01" name="Google Shape;1201;p30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02" name="Google Shape;1202;p30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03" name="Google Shape;1203;p30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204" name="Google Shape;1204;p30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205" name="Google Shape;1205;p30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206" name="Google Shape;1206;p30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207" name="Google Shape;1207;p30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208" name="Google Shape;1208;p30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09" name="Google Shape;1209;p30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10" name="Google Shape;1210;p30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11" name="Google Shape;1211;p30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12" name="Google Shape;1212;p30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13" name="Google Shape;1213;p30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14" name="Google Shape;1214;p30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15" name="Google Shape;1215;p30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216" name="Google Shape;1216;p30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217" name="Google Shape;1217;p30"/>
          <p:cNvSpPr txBox="1"/>
          <p:nvPr/>
        </p:nvSpPr>
        <p:spPr>
          <a:xfrm>
            <a:off x="883451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218" name="Google Shape;1218;p30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219" name="Google Shape;1219;p30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sp>
        <p:nvSpPr>
          <p:cNvPr id="1220" name="Google Shape;1220;p30"/>
          <p:cNvSpPr/>
          <p:nvPr/>
        </p:nvSpPr>
        <p:spPr>
          <a:xfrm>
            <a:off x="8465464" y="3913164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31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1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227" name="Google Shape;1227;p31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228" name="Google Shape;1228;p31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229" name="Google Shape;1229;p31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230" name="Google Shape;1230;p31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231" name="Google Shape;1231;p31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232" name="Google Shape;1232;p31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233" name="Google Shape;1233;p31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234" name="Google Shape;1234;p31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35" name="Google Shape;1235;p31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6" name="Google Shape;1236;p31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7" name="Google Shape;1237;p31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8" name="Google Shape;1238;p31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39" name="Google Shape;1239;p31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40" name="Google Shape;1240;p31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41" name="Google Shape;1241;p31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242" name="Google Shape;1242;p31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43" name="Google Shape;1243;p31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44" name="Google Shape;1244;p31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245" name="Google Shape;1245;p31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46" name="Google Shape;1246;p31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47" name="Google Shape;1247;p31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48" name="Google Shape;1248;p31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49" name="Google Shape;1249;p31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50" name="Google Shape;1250;p31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51" name="Google Shape;1251;p31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252" name="Google Shape;1252;p31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253" name="Google Shape;1253;p31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254" name="Google Shape;1254;p31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255" name="Google Shape;1255;p31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256" name="Google Shape;1256;p31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7" name="Google Shape;1257;p31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58" name="Google Shape;1258;p31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59" name="Google Shape;1259;p31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60" name="Google Shape;1260;p31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61" name="Google Shape;1261;p31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62" name="Google Shape;1262;p31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63" name="Google Shape;1263;p31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264" name="Google Shape;1264;p31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265" name="Google Shape;1265;p31"/>
          <p:cNvSpPr txBox="1"/>
          <p:nvPr/>
        </p:nvSpPr>
        <p:spPr>
          <a:xfrm>
            <a:off x="883451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266" name="Google Shape;1266;p31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267" name="Google Shape;1267;p31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268" name="Google Shape;1268;p31"/>
          <p:cNvCxnSpPr/>
          <p:nvPr/>
        </p:nvCxnSpPr>
        <p:spPr>
          <a:xfrm rot="5400000">
            <a:off x="7393124" y="2751788"/>
            <a:ext cx="3711600" cy="1335300"/>
          </a:xfrm>
          <a:prstGeom prst="curvedConnector3">
            <a:avLst>
              <a:gd fmla="val 53792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2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2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275" name="Google Shape;1275;p32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276" name="Google Shape;1276;p32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277" name="Google Shape;1277;p32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278" name="Google Shape;1278;p32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279" name="Google Shape;1279;p32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280" name="Google Shape;1280;p32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281" name="Google Shape;1281;p32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282" name="Google Shape;1282;p32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83" name="Google Shape;1283;p32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84" name="Google Shape;1284;p32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85" name="Google Shape;1285;p32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86" name="Google Shape;1286;p32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87" name="Google Shape;1287;p32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88" name="Google Shape;1288;p32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89" name="Google Shape;1289;p32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290" name="Google Shape;1290;p32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91" name="Google Shape;1291;p32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92" name="Google Shape;1292;p32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293" name="Google Shape;1293;p32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294" name="Google Shape;1294;p32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95" name="Google Shape;1295;p32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296" name="Google Shape;1296;p32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297" name="Google Shape;1297;p32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98" name="Google Shape;1298;p32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299" name="Google Shape;1299;p32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300" name="Google Shape;1300;p32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301" name="Google Shape;1301;p32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302" name="Google Shape;1302;p32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303" name="Google Shape;1303;p32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304" name="Google Shape;1304;p32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5" name="Google Shape;1305;p32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06" name="Google Shape;1306;p32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07" name="Google Shape;1307;p32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08" name="Google Shape;1308;p32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09" name="Google Shape;1309;p32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10" name="Google Shape;1310;p32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11" name="Google Shape;1311;p32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312" name="Google Shape;1312;p32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313" name="Google Shape;1313;p32"/>
          <p:cNvSpPr txBox="1"/>
          <p:nvPr/>
        </p:nvSpPr>
        <p:spPr>
          <a:xfrm>
            <a:off x="883451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314" name="Google Shape;1314;p32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315" name="Google Shape;1315;p32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316" name="Google Shape;1316;p32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7" name="Google Shape;1317;p32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33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3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324" name="Google Shape;1324;p33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325" name="Google Shape;1325;p33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326" name="Google Shape;1326;p33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327" name="Google Shape;1327;p33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328" name="Google Shape;1328;p33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329" name="Google Shape;1329;p33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330" name="Google Shape;1330;p33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331" name="Google Shape;1331;p33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32" name="Google Shape;1332;p33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3" name="Google Shape;1333;p33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4" name="Google Shape;1334;p33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5" name="Google Shape;1335;p33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6" name="Google Shape;1336;p33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37" name="Google Shape;1337;p33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38" name="Google Shape;1338;p33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339" name="Google Shape;1339;p33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40" name="Google Shape;1340;p33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41" name="Google Shape;1341;p33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342" name="Google Shape;1342;p33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43" name="Google Shape;1343;p33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44" name="Google Shape;1344;p33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45" name="Google Shape;1345;p33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46" name="Google Shape;1346;p33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47" name="Google Shape;1347;p33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48" name="Google Shape;1348;p33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349" name="Google Shape;1349;p33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350" name="Google Shape;1350;p33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351" name="Google Shape;1351;p33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352" name="Google Shape;1352;p33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353" name="Google Shape;1353;p33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4" name="Google Shape;1354;p33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55" name="Google Shape;1355;p33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56" name="Google Shape;1356;p33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57" name="Google Shape;1357;p33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58" name="Google Shape;1358;p33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59" name="Google Shape;1359;p33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60" name="Google Shape;1360;p33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361" name="Google Shape;1361;p33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362" name="Google Shape;1362;p33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363" name="Google Shape;1363;p33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364" name="Google Shape;1364;p33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365" name="Google Shape;1365;p33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6" name="Google Shape;1366;p33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7" name="Google Shape;1367;p33"/>
          <p:cNvSpPr/>
          <p:nvPr/>
        </p:nvSpPr>
        <p:spPr>
          <a:xfrm>
            <a:off x="10357662" y="3896622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4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4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374" name="Google Shape;1374;p34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375" name="Google Shape;1375;p34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376" name="Google Shape;1376;p34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377" name="Google Shape;1377;p34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378" name="Google Shape;1378;p34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379" name="Google Shape;1379;p34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380" name="Google Shape;1380;p34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381" name="Google Shape;1381;p34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82" name="Google Shape;1382;p34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3" name="Google Shape;1383;p34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4" name="Google Shape;1384;p34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5" name="Google Shape;1385;p34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6" name="Google Shape;1386;p34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87" name="Google Shape;1387;p34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88" name="Google Shape;1388;p34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389" name="Google Shape;1389;p34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90" name="Google Shape;1390;p34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91" name="Google Shape;1391;p34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392" name="Google Shape;1392;p34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93" name="Google Shape;1393;p34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94" name="Google Shape;1394;p34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95" name="Google Shape;1395;p34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96" name="Google Shape;1396;p34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97" name="Google Shape;1397;p34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398" name="Google Shape;1398;p34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399" name="Google Shape;1399;p34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400" name="Google Shape;1400;p34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401" name="Google Shape;1401;p34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402" name="Google Shape;1402;p34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403" name="Google Shape;1403;p34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04" name="Google Shape;1404;p34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05" name="Google Shape;1405;p34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6" name="Google Shape;1406;p34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07" name="Google Shape;1407;p34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08" name="Google Shape;1408;p34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09" name="Google Shape;1409;p34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10" name="Google Shape;1410;p34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411" name="Google Shape;1411;p34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412" name="Google Shape;1412;p34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413" name="Google Shape;1413;p34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414" name="Google Shape;1414;p34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415" name="Google Shape;1415;p34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6" name="Google Shape;1416;p34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7" name="Google Shape;1417;p34"/>
          <p:cNvCxnSpPr/>
          <p:nvPr/>
        </p:nvCxnSpPr>
        <p:spPr>
          <a:xfrm flipH="1" rot="-5400000">
            <a:off x="7192284" y="3158024"/>
            <a:ext cx="3896400" cy="503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5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35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424" name="Google Shape;1424;p35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425" name="Google Shape;1425;p35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426" name="Google Shape;1426;p35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427" name="Google Shape;1427;p35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428" name="Google Shape;1428;p35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429" name="Google Shape;1429;p35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430" name="Google Shape;1430;p35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431" name="Google Shape;1431;p35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32" name="Google Shape;1432;p35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33" name="Google Shape;1433;p35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34" name="Google Shape;1434;p35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35" name="Google Shape;1435;p35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36" name="Google Shape;1436;p35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37" name="Google Shape;1437;p35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38" name="Google Shape;1438;p35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439" name="Google Shape;1439;p35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40" name="Google Shape;1440;p35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41" name="Google Shape;1441;p35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442" name="Google Shape;1442;p35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43" name="Google Shape;1443;p35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44" name="Google Shape;1444;p35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45" name="Google Shape;1445;p35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46" name="Google Shape;1446;p35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47" name="Google Shape;1447;p35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48" name="Google Shape;1448;p35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449" name="Google Shape;1449;p35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450" name="Google Shape;1450;p35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451" name="Google Shape;1451;p35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452" name="Google Shape;1452;p35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453" name="Google Shape;1453;p35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4" name="Google Shape;1454;p35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55" name="Google Shape;1455;p35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56" name="Google Shape;1456;p35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57" name="Google Shape;1457;p35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58" name="Google Shape;1458;p35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59" name="Google Shape;1459;p35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60" name="Google Shape;1460;p35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461" name="Google Shape;1461;p35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462" name="Google Shape;1462;p35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463" name="Google Shape;1463;p35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464" name="Google Shape;1464;p35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465" name="Google Shape;1465;p35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6" name="Google Shape;1466;p35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7" name="Google Shape;1467;p35"/>
          <p:cNvCxnSpPr/>
          <p:nvPr/>
        </p:nvCxnSpPr>
        <p:spPr>
          <a:xfrm>
            <a:off x="7802729" y="34682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8" name="Google Shape;1468;p35"/>
          <p:cNvCxnSpPr/>
          <p:nvPr/>
        </p:nvCxnSpPr>
        <p:spPr>
          <a:xfrm>
            <a:off x="7794635" y="362570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36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36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475" name="Google Shape;1475;p36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476" name="Google Shape;1476;p36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477" name="Google Shape;1477;p36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478" name="Google Shape;1478;p36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479" name="Google Shape;1479;p36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480" name="Google Shape;1480;p36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481" name="Google Shape;1481;p36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482" name="Google Shape;1482;p36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83" name="Google Shape;1483;p36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4" name="Google Shape;1484;p36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5" name="Google Shape;1485;p36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6" name="Google Shape;1486;p36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87" name="Google Shape;1487;p36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88" name="Google Shape;1488;p36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89" name="Google Shape;1489;p36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490" name="Google Shape;1490;p36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91" name="Google Shape;1491;p36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92" name="Google Shape;1492;p36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493" name="Google Shape;1493;p36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494" name="Google Shape;1494;p36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95" name="Google Shape;1495;p36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96" name="Google Shape;1496;p36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97" name="Google Shape;1497;p36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98" name="Google Shape;1498;p36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499" name="Google Shape;1499;p36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00" name="Google Shape;1500;p36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01" name="Google Shape;1501;p36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02" name="Google Shape;1502;p36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503" name="Google Shape;1503;p36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504" name="Google Shape;1504;p36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5" name="Google Shape;1505;p36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06" name="Google Shape;1506;p36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07" name="Google Shape;1507;p36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08" name="Google Shape;1508;p36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09" name="Google Shape;1509;p36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10" name="Google Shape;1510;p36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11" name="Google Shape;1511;p36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12" name="Google Shape;1512;p36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13" name="Google Shape;1513;p36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514" name="Google Shape;1514;p36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515" name="Google Shape;1515;p36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516" name="Google Shape;1516;p36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7" name="Google Shape;1517;p36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8" name="Google Shape;1518;p36"/>
          <p:cNvCxnSpPr/>
          <p:nvPr/>
        </p:nvCxnSpPr>
        <p:spPr>
          <a:xfrm>
            <a:off x="7802729" y="34682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9" name="Google Shape;1519;p36"/>
          <p:cNvCxnSpPr/>
          <p:nvPr/>
        </p:nvCxnSpPr>
        <p:spPr>
          <a:xfrm>
            <a:off x="7794635" y="362570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0" name="Google Shape;1520;p36"/>
          <p:cNvSpPr/>
          <p:nvPr/>
        </p:nvSpPr>
        <p:spPr>
          <a:xfrm>
            <a:off x="3844353" y="3901152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37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7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527" name="Google Shape;1527;p37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528" name="Google Shape;1528;p37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29" name="Google Shape;1529;p37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530" name="Google Shape;1530;p37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31" name="Google Shape;1531;p37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532" name="Google Shape;1532;p37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33" name="Google Shape;1533;p37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34" name="Google Shape;1534;p37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35" name="Google Shape;1535;p37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36" name="Google Shape;1536;p37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37" name="Google Shape;1537;p37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38" name="Google Shape;1538;p37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39" name="Google Shape;1539;p37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40" name="Google Shape;1540;p37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41" name="Google Shape;1541;p37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542" name="Google Shape;1542;p37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43" name="Google Shape;1543;p37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44" name="Google Shape;1544;p37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545" name="Google Shape;1545;p37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46" name="Google Shape;1546;p37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47" name="Google Shape;1547;p37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48" name="Google Shape;1548;p37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49" name="Google Shape;1549;p37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50" name="Google Shape;1550;p37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51" name="Google Shape;1551;p37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52" name="Google Shape;1552;p37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53" name="Google Shape;1553;p37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54" name="Google Shape;1554;p37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555" name="Google Shape;1555;p37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556" name="Google Shape;1556;p37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57" name="Google Shape;1557;p37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58" name="Google Shape;1558;p37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59" name="Google Shape;1559;p37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60" name="Google Shape;1560;p37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61" name="Google Shape;1561;p37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62" name="Google Shape;1562;p37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563" name="Google Shape;1563;p37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64" name="Google Shape;1564;p37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565" name="Google Shape;1565;p37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566" name="Google Shape;1566;p37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567" name="Google Shape;1567;p37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568" name="Google Shape;1568;p37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9" name="Google Shape;1569;p37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0" name="Google Shape;1570;p37"/>
          <p:cNvCxnSpPr/>
          <p:nvPr/>
        </p:nvCxnSpPr>
        <p:spPr>
          <a:xfrm>
            <a:off x="7802729" y="34682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1" name="Google Shape;1571;p37"/>
          <p:cNvCxnSpPr/>
          <p:nvPr/>
        </p:nvCxnSpPr>
        <p:spPr>
          <a:xfrm>
            <a:off x="7794635" y="362570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2" name="Google Shape;1572;p37"/>
          <p:cNvCxnSpPr/>
          <p:nvPr/>
        </p:nvCxnSpPr>
        <p:spPr>
          <a:xfrm rot="5400000">
            <a:off x="5000112" y="2761277"/>
            <a:ext cx="3711600" cy="1335300"/>
          </a:xfrm>
          <a:prstGeom prst="curvedConnector3">
            <a:avLst>
              <a:gd fmla="val 53792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38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38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579" name="Google Shape;1579;p38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580" name="Google Shape;1580;p38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581" name="Google Shape;1581;p38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582" name="Google Shape;1582;p38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583" name="Google Shape;1583;p38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584" name="Google Shape;1584;p38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585" name="Google Shape;1585;p38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586" name="Google Shape;1586;p38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87" name="Google Shape;1587;p38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88" name="Google Shape;1588;p38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89" name="Google Shape;1589;p38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90" name="Google Shape;1590;p38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91" name="Google Shape;1591;p38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92" name="Google Shape;1592;p38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93" name="Google Shape;1593;p38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594" name="Google Shape;1594;p38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95" name="Google Shape;1595;p38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96" name="Google Shape;1596;p38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597" name="Google Shape;1597;p38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98" name="Google Shape;1598;p38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99" name="Google Shape;1599;p38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00" name="Google Shape;1600;p38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01" name="Google Shape;1601;p38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02" name="Google Shape;1602;p38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03" name="Google Shape;1603;p38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604" name="Google Shape;1604;p38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605" name="Google Shape;1605;p38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606" name="Google Shape;1606;p38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607" name="Google Shape;1607;p38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608" name="Google Shape;1608;p38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09" name="Google Shape;1609;p38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10" name="Google Shape;1610;p38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11" name="Google Shape;1611;p38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12" name="Google Shape;1612;p38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13" name="Google Shape;1613;p38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14" name="Google Shape;1614;p38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15" name="Google Shape;1615;p38"/>
          <p:cNvSpPr txBox="1"/>
          <p:nvPr/>
        </p:nvSpPr>
        <p:spPr>
          <a:xfrm>
            <a:off x="646176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616" name="Google Shape;1616;p38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617" name="Google Shape;1617;p38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618" name="Google Shape;1618;p38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619" name="Google Shape;1619;p38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620" name="Google Shape;1620;p38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1" name="Google Shape;1621;p38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2" name="Google Shape;1622;p38"/>
          <p:cNvCxnSpPr/>
          <p:nvPr/>
        </p:nvCxnSpPr>
        <p:spPr>
          <a:xfrm>
            <a:off x="7802729" y="34682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3" name="Google Shape;1623;p38"/>
          <p:cNvCxnSpPr/>
          <p:nvPr/>
        </p:nvCxnSpPr>
        <p:spPr>
          <a:xfrm>
            <a:off x="7794635" y="362570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4" name="Google Shape;1624;p38"/>
          <p:cNvCxnSpPr/>
          <p:nvPr/>
        </p:nvCxnSpPr>
        <p:spPr>
          <a:xfrm>
            <a:off x="6618698" y="35854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5" name="Google Shape;1625;p38"/>
          <p:cNvCxnSpPr/>
          <p:nvPr/>
        </p:nvCxnSpPr>
        <p:spPr>
          <a:xfrm>
            <a:off x="6596536" y="360222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39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9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632" name="Google Shape;1632;p39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633" name="Google Shape;1633;p39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634" name="Google Shape;1634;p39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635" name="Google Shape;1635;p39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636" name="Google Shape;1636;p39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637" name="Google Shape;1637;p39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638" name="Google Shape;1638;p39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639" name="Google Shape;1639;p39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40" name="Google Shape;1640;p39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41" name="Google Shape;1641;p39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42" name="Google Shape;1642;p39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43" name="Google Shape;1643;p39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44" name="Google Shape;1644;p39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45" name="Google Shape;1645;p39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46" name="Google Shape;1646;p39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647" name="Google Shape;1647;p39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48" name="Google Shape;1648;p39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49" name="Google Shape;1649;p39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650" name="Google Shape;1650;p39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651" name="Google Shape;1651;p39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52" name="Google Shape;1652;p39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53" name="Google Shape;1653;p39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54" name="Google Shape;1654;p39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55" name="Google Shape;1655;p39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56" name="Google Shape;1656;p39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657" name="Google Shape;1657;p39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658" name="Google Shape;1658;p39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659" name="Google Shape;1659;p39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660" name="Google Shape;1660;p39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661" name="Google Shape;1661;p39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62" name="Google Shape;1662;p39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63" name="Google Shape;1663;p39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64" name="Google Shape;1664;p39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65" name="Google Shape;1665;p39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666" name="Google Shape;1666;p39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67" name="Google Shape;1667;p39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668" name="Google Shape;1668;p39"/>
          <p:cNvSpPr txBox="1"/>
          <p:nvPr/>
        </p:nvSpPr>
        <p:spPr>
          <a:xfrm>
            <a:off x="6720007" y="4554358"/>
            <a:ext cx="91874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669" name="Google Shape;1669;p39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670" name="Google Shape;1670;p39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671" name="Google Shape;1671;p39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672" name="Google Shape;1672;p39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673" name="Google Shape;1673;p39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4" name="Google Shape;1674;p39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5" name="Google Shape;1675;p39"/>
          <p:cNvCxnSpPr/>
          <p:nvPr/>
        </p:nvCxnSpPr>
        <p:spPr>
          <a:xfrm>
            <a:off x="7802729" y="34682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6" name="Google Shape;1676;p39"/>
          <p:cNvCxnSpPr/>
          <p:nvPr/>
        </p:nvCxnSpPr>
        <p:spPr>
          <a:xfrm>
            <a:off x="7794635" y="362570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7" name="Google Shape;1677;p39"/>
          <p:cNvCxnSpPr/>
          <p:nvPr/>
        </p:nvCxnSpPr>
        <p:spPr>
          <a:xfrm>
            <a:off x="6618698" y="35854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8" name="Google Shape;1678;p39"/>
          <p:cNvCxnSpPr/>
          <p:nvPr/>
        </p:nvCxnSpPr>
        <p:spPr>
          <a:xfrm>
            <a:off x="6596536" y="360222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9" name="Google Shape;1679;p39"/>
          <p:cNvSpPr/>
          <p:nvPr/>
        </p:nvSpPr>
        <p:spPr>
          <a:xfrm>
            <a:off x="5690384" y="3877950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40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40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686" name="Google Shape;1686;p40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687" name="Google Shape;1687;p40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688" name="Google Shape;1688;p40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689" name="Google Shape;1689;p40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690" name="Google Shape;1690;p40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691" name="Google Shape;1691;p40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692" name="Google Shape;1692;p40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693" name="Google Shape;1693;p40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94" name="Google Shape;1694;p40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95" name="Google Shape;1695;p40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96" name="Google Shape;1696;p40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97" name="Google Shape;1697;p40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98" name="Google Shape;1698;p40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99" name="Google Shape;1699;p40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00" name="Google Shape;1700;p40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701" name="Google Shape;1701;p40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02" name="Google Shape;1702;p40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03" name="Google Shape;1703;p40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704" name="Google Shape;1704;p40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705" name="Google Shape;1705;p40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06" name="Google Shape;1706;p40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07" name="Google Shape;1707;p40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08" name="Google Shape;1708;p40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09" name="Google Shape;1709;p40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10" name="Google Shape;1710;p40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711" name="Google Shape;1711;p40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712" name="Google Shape;1712;p40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713" name="Google Shape;1713;p40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714" name="Google Shape;1714;p40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715" name="Google Shape;1715;p40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16" name="Google Shape;1716;p40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17" name="Google Shape;1717;p40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18" name="Google Shape;1718;p40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19" name="Google Shape;1719;p40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20" name="Google Shape;1720;p40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21" name="Google Shape;1721;p40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22" name="Google Shape;1722;p40"/>
          <p:cNvSpPr txBox="1"/>
          <p:nvPr/>
        </p:nvSpPr>
        <p:spPr>
          <a:xfrm>
            <a:off x="6720007" y="4554358"/>
            <a:ext cx="918749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723" name="Google Shape;1723;p40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724" name="Google Shape;1724;p40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725" name="Google Shape;1725;p40"/>
          <p:cNvSpPr txBox="1"/>
          <p:nvPr/>
        </p:nvSpPr>
        <p:spPr>
          <a:xfrm>
            <a:off x="10239727" y="451807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726" name="Google Shape;1726;p40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727" name="Google Shape;1727;p40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8" name="Google Shape;1728;p40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9" name="Google Shape;1729;p40"/>
          <p:cNvCxnSpPr/>
          <p:nvPr/>
        </p:nvCxnSpPr>
        <p:spPr>
          <a:xfrm>
            <a:off x="7802729" y="34682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0" name="Google Shape;1730;p40"/>
          <p:cNvCxnSpPr/>
          <p:nvPr/>
        </p:nvCxnSpPr>
        <p:spPr>
          <a:xfrm>
            <a:off x="7794635" y="362570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1" name="Google Shape;1731;p40"/>
          <p:cNvCxnSpPr/>
          <p:nvPr/>
        </p:nvCxnSpPr>
        <p:spPr>
          <a:xfrm>
            <a:off x="6618698" y="35854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2" name="Google Shape;1732;p40"/>
          <p:cNvCxnSpPr/>
          <p:nvPr/>
        </p:nvCxnSpPr>
        <p:spPr>
          <a:xfrm>
            <a:off x="6596536" y="360222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3" name="Google Shape;1733;p40"/>
          <p:cNvCxnSpPr/>
          <p:nvPr/>
        </p:nvCxnSpPr>
        <p:spPr>
          <a:xfrm flipH="1" rot="-5400000">
            <a:off x="4634635" y="3141039"/>
            <a:ext cx="3834000" cy="679200"/>
          </a:xfrm>
          <a:prstGeom prst="curvedConnector3">
            <a:avLst>
              <a:gd fmla="val 50001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41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41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740" name="Google Shape;1740;p41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741" name="Google Shape;1741;p41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742" name="Google Shape;1742;p41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743" name="Google Shape;1743;p41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744" name="Google Shape;1744;p41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745" name="Google Shape;1745;p41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746" name="Google Shape;1746;p41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747" name="Google Shape;1747;p41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48" name="Google Shape;1748;p41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49" name="Google Shape;1749;p41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50" name="Google Shape;1750;p41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51" name="Google Shape;1751;p41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52" name="Google Shape;1752;p41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53" name="Google Shape;1753;p41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54" name="Google Shape;1754;p41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755" name="Google Shape;1755;p41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56" name="Google Shape;1756;p41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57" name="Google Shape;1757;p41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758" name="Google Shape;1758;p41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759" name="Google Shape;1759;p41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60" name="Google Shape;1760;p41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61" name="Google Shape;1761;p41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62" name="Google Shape;1762;p41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63" name="Google Shape;1763;p41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64" name="Google Shape;1764;p41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765" name="Google Shape;1765;p41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766" name="Google Shape;1766;p41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767" name="Google Shape;1767;p41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768" name="Google Shape;1768;p41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769" name="Google Shape;1769;p41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0" name="Google Shape;1770;p41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771" name="Google Shape;1771;p41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72" name="Google Shape;1772;p41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73" name="Google Shape;1773;p41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74" name="Google Shape;1774;p41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75" name="Google Shape;1775;p41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776" name="Google Shape;1776;p41"/>
          <p:cNvSpPr txBox="1"/>
          <p:nvPr/>
        </p:nvSpPr>
        <p:spPr>
          <a:xfrm>
            <a:off x="6720007" y="4554358"/>
            <a:ext cx="918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777" name="Google Shape;1777;p41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778" name="Google Shape;1778;p41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779" name="Google Shape;1779;p41"/>
          <p:cNvSpPr txBox="1"/>
          <p:nvPr/>
        </p:nvSpPr>
        <p:spPr>
          <a:xfrm>
            <a:off x="10239727" y="4518074"/>
            <a:ext cx="104077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780" name="Google Shape;1780;p41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781" name="Google Shape;1781;p41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2" name="Google Shape;1782;p41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3" name="Google Shape;1783;p41"/>
          <p:cNvCxnSpPr/>
          <p:nvPr/>
        </p:nvCxnSpPr>
        <p:spPr>
          <a:xfrm>
            <a:off x="7802729" y="34682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4" name="Google Shape;1784;p41"/>
          <p:cNvCxnSpPr/>
          <p:nvPr/>
        </p:nvCxnSpPr>
        <p:spPr>
          <a:xfrm>
            <a:off x="7794635" y="362570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5" name="Google Shape;1785;p41"/>
          <p:cNvCxnSpPr/>
          <p:nvPr/>
        </p:nvCxnSpPr>
        <p:spPr>
          <a:xfrm>
            <a:off x="6618698" y="35854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6" name="Google Shape;1786;p41"/>
          <p:cNvCxnSpPr/>
          <p:nvPr/>
        </p:nvCxnSpPr>
        <p:spPr>
          <a:xfrm>
            <a:off x="6596536" y="360222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7" name="Google Shape;1787;p41"/>
          <p:cNvCxnSpPr/>
          <p:nvPr/>
        </p:nvCxnSpPr>
        <p:spPr>
          <a:xfrm>
            <a:off x="5350261" y="37026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88" name="Google Shape;1788;p41"/>
          <p:cNvCxnSpPr/>
          <p:nvPr/>
        </p:nvCxnSpPr>
        <p:spPr>
          <a:xfrm flipH="1" rot="10800000">
            <a:off x="5328099" y="364916"/>
            <a:ext cx="1290599" cy="702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9" name="Google Shape;1789;p41"/>
          <p:cNvSpPr/>
          <p:nvPr/>
        </p:nvSpPr>
        <p:spPr>
          <a:xfrm>
            <a:off x="11285954" y="3884168"/>
            <a:ext cx="918748" cy="604910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42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42"/>
          <p:cNvSpPr txBox="1"/>
          <p:nvPr/>
        </p:nvSpPr>
        <p:spPr>
          <a:xfrm>
            <a:off x="6869872" y="388667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Array</a:t>
            </a:r>
            <a:endParaRPr/>
          </a:p>
        </p:txBody>
      </p:sp>
      <p:sp>
        <p:nvSpPr>
          <p:cNvPr id="1796" name="Google Shape;1796;p42"/>
          <p:cNvSpPr txBox="1"/>
          <p:nvPr/>
        </p:nvSpPr>
        <p:spPr>
          <a:xfrm>
            <a:off x="3767949" y="2887184"/>
            <a:ext cx="970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0</a:t>
            </a:r>
            <a:endParaRPr/>
          </a:p>
        </p:txBody>
      </p:sp>
      <p:sp>
        <p:nvSpPr>
          <p:cNvPr id="1797" name="Google Shape;1797;p42"/>
          <p:cNvSpPr txBox="1"/>
          <p:nvPr/>
        </p:nvSpPr>
        <p:spPr>
          <a:xfrm>
            <a:off x="4545283" y="287032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798" name="Google Shape;1798;p42"/>
          <p:cNvSpPr txBox="1"/>
          <p:nvPr/>
        </p:nvSpPr>
        <p:spPr>
          <a:xfrm>
            <a:off x="5723393" y="2849314"/>
            <a:ext cx="7816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2</a:t>
            </a:r>
            <a:endParaRPr/>
          </a:p>
        </p:txBody>
      </p:sp>
      <p:sp>
        <p:nvSpPr>
          <p:cNvPr id="1799" name="Google Shape;1799;p42"/>
          <p:cNvSpPr txBox="1"/>
          <p:nvPr/>
        </p:nvSpPr>
        <p:spPr>
          <a:xfrm>
            <a:off x="6522906" y="2844940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800" name="Google Shape;1800;p42"/>
          <p:cNvSpPr txBox="1"/>
          <p:nvPr/>
        </p:nvSpPr>
        <p:spPr>
          <a:xfrm>
            <a:off x="7523646" y="2840566"/>
            <a:ext cx="9535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</a:t>
            </a:r>
            <a:endParaRPr/>
          </a:p>
        </p:txBody>
      </p:sp>
      <p:sp>
        <p:nvSpPr>
          <p:cNvPr id="1801" name="Google Shape;1801;p42"/>
          <p:cNvSpPr txBox="1"/>
          <p:nvPr/>
        </p:nvSpPr>
        <p:spPr>
          <a:xfrm>
            <a:off x="8456209" y="2840566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5</a:t>
            </a:r>
            <a:endParaRPr/>
          </a:p>
        </p:txBody>
      </p:sp>
      <p:sp>
        <p:nvSpPr>
          <p:cNvPr id="1802" name="Google Shape;1802;p42"/>
          <p:cNvSpPr txBox="1"/>
          <p:nvPr/>
        </p:nvSpPr>
        <p:spPr>
          <a:xfrm>
            <a:off x="9442831" y="2855999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6</a:t>
            </a:r>
            <a:endParaRPr/>
          </a:p>
        </p:txBody>
      </p:sp>
      <p:sp>
        <p:nvSpPr>
          <p:cNvPr id="1803" name="Google Shape;1803;p42"/>
          <p:cNvSpPr/>
          <p:nvPr/>
        </p:nvSpPr>
        <p:spPr>
          <a:xfrm>
            <a:off x="4725459" y="324912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04" name="Google Shape;1804;p42"/>
          <p:cNvSpPr/>
          <p:nvPr/>
        </p:nvSpPr>
        <p:spPr>
          <a:xfrm>
            <a:off x="5690888" y="3246910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05" name="Google Shape;1805;p42"/>
          <p:cNvSpPr/>
          <p:nvPr/>
        </p:nvSpPr>
        <p:spPr>
          <a:xfrm>
            <a:off x="6609805" y="324801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06" name="Google Shape;1806;p42"/>
          <p:cNvSpPr/>
          <p:nvPr/>
        </p:nvSpPr>
        <p:spPr>
          <a:xfrm>
            <a:off x="7558486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07" name="Google Shape;1807;p42"/>
          <p:cNvSpPr/>
          <p:nvPr/>
        </p:nvSpPr>
        <p:spPr>
          <a:xfrm>
            <a:off x="8477403" y="3241873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08" name="Google Shape;1808;p42"/>
          <p:cNvSpPr/>
          <p:nvPr/>
        </p:nvSpPr>
        <p:spPr>
          <a:xfrm>
            <a:off x="9442832" y="3239655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09" name="Google Shape;1809;p42"/>
          <p:cNvSpPr/>
          <p:nvPr/>
        </p:nvSpPr>
        <p:spPr>
          <a:xfrm>
            <a:off x="10361749" y="3240764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10" name="Google Shape;1810;p42"/>
          <p:cNvSpPr txBox="1"/>
          <p:nvPr/>
        </p:nvSpPr>
        <p:spPr>
          <a:xfrm>
            <a:off x="10331265" y="2839457"/>
            <a:ext cx="9148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7</a:t>
            </a:r>
            <a:endParaRPr/>
          </a:p>
        </p:txBody>
      </p:sp>
      <p:sp>
        <p:nvSpPr>
          <p:cNvPr id="1811" name="Google Shape;1811;p42"/>
          <p:cNvSpPr/>
          <p:nvPr/>
        </p:nvSpPr>
        <p:spPr>
          <a:xfrm>
            <a:off x="3804496" y="3256388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12" name="Google Shape;1812;p42"/>
          <p:cNvSpPr/>
          <p:nvPr/>
        </p:nvSpPr>
        <p:spPr>
          <a:xfrm>
            <a:off x="11246096" y="3239399"/>
            <a:ext cx="918748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13" name="Google Shape;1813;p42"/>
          <p:cNvSpPr txBox="1"/>
          <p:nvPr/>
        </p:nvSpPr>
        <p:spPr>
          <a:xfrm>
            <a:off x="11246096" y="2851178"/>
            <a:ext cx="928096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8</a:t>
            </a:r>
            <a:endParaRPr/>
          </a:p>
        </p:txBody>
      </p:sp>
      <p:sp>
        <p:nvSpPr>
          <p:cNvPr id="1814" name="Google Shape;1814;p42"/>
          <p:cNvSpPr/>
          <p:nvPr/>
        </p:nvSpPr>
        <p:spPr>
          <a:xfrm>
            <a:off x="4642344" y="1119552"/>
            <a:ext cx="1186374" cy="6049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15" name="Google Shape;1815;p42"/>
          <p:cNvSpPr/>
          <p:nvPr/>
        </p:nvSpPr>
        <p:spPr>
          <a:xfrm>
            <a:off x="5828718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16" name="Google Shape;1816;p42"/>
          <p:cNvSpPr/>
          <p:nvPr/>
        </p:nvSpPr>
        <p:spPr>
          <a:xfrm>
            <a:off x="702447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17" name="Google Shape;1817;p42"/>
          <p:cNvSpPr/>
          <p:nvPr/>
        </p:nvSpPr>
        <p:spPr>
          <a:xfrm>
            <a:off x="8217882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18" name="Google Shape;1818;p42"/>
          <p:cNvSpPr/>
          <p:nvPr/>
        </p:nvSpPr>
        <p:spPr>
          <a:xfrm>
            <a:off x="9404256" y="1119552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19" name="Google Shape;1819;p42"/>
          <p:cNvSpPr txBox="1"/>
          <p:nvPr/>
        </p:nvSpPr>
        <p:spPr>
          <a:xfrm>
            <a:off x="464234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20" name="Google Shape;1820;p42"/>
          <p:cNvSpPr txBox="1"/>
          <p:nvPr/>
        </p:nvSpPr>
        <p:spPr>
          <a:xfrm>
            <a:off x="5690384" y="61774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</a:t>
            </a:r>
            <a:endParaRPr/>
          </a:p>
        </p:txBody>
      </p:sp>
      <p:sp>
        <p:nvSpPr>
          <p:cNvPr id="1821" name="Google Shape;1821;p42"/>
          <p:cNvSpPr txBox="1"/>
          <p:nvPr/>
        </p:nvSpPr>
        <p:spPr>
          <a:xfrm>
            <a:off x="701509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22" name="Google Shape;1822;p42"/>
          <p:cNvSpPr txBox="1"/>
          <p:nvPr/>
        </p:nvSpPr>
        <p:spPr>
          <a:xfrm>
            <a:off x="8063132" y="60722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3</a:t>
            </a:r>
            <a:endParaRPr/>
          </a:p>
        </p:txBody>
      </p:sp>
      <p:sp>
        <p:nvSpPr>
          <p:cNvPr id="1823" name="Google Shape;1823;p42"/>
          <p:cNvSpPr txBox="1"/>
          <p:nvPr/>
        </p:nvSpPr>
        <p:spPr>
          <a:xfrm>
            <a:off x="9468348" y="58146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824" name="Google Shape;1824;p42"/>
          <p:cNvSpPr txBox="1"/>
          <p:nvPr/>
        </p:nvSpPr>
        <p:spPr>
          <a:xfrm>
            <a:off x="3362275" y="1194306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Array</a:t>
            </a:r>
            <a:endParaRPr/>
          </a:p>
        </p:txBody>
      </p:sp>
      <p:cxnSp>
        <p:nvCxnSpPr>
          <p:cNvPr id="1825" name="Google Shape;1825;p42"/>
          <p:cNvCxnSpPr/>
          <p:nvPr/>
        </p:nvCxnSpPr>
        <p:spPr>
          <a:xfrm>
            <a:off x="9916574" y="368013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26" name="Google Shape;1826;p42"/>
          <p:cNvSpPr/>
          <p:nvPr/>
        </p:nvSpPr>
        <p:spPr>
          <a:xfrm>
            <a:off x="5413723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27" name="Google Shape;1827;p42"/>
          <p:cNvSpPr/>
          <p:nvPr/>
        </p:nvSpPr>
        <p:spPr>
          <a:xfrm>
            <a:off x="6600097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28" name="Google Shape;1828;p42"/>
          <p:cNvSpPr/>
          <p:nvPr/>
        </p:nvSpPr>
        <p:spPr>
          <a:xfrm>
            <a:off x="779585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29" name="Google Shape;1829;p42"/>
          <p:cNvSpPr/>
          <p:nvPr/>
        </p:nvSpPr>
        <p:spPr>
          <a:xfrm>
            <a:off x="8989261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30" name="Google Shape;1830;p42"/>
          <p:cNvSpPr/>
          <p:nvPr/>
        </p:nvSpPr>
        <p:spPr>
          <a:xfrm>
            <a:off x="10175635" y="5056162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31" name="Google Shape;1831;p42"/>
          <p:cNvSpPr txBox="1"/>
          <p:nvPr/>
        </p:nvSpPr>
        <p:spPr>
          <a:xfrm>
            <a:off x="5413723" y="4554358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32" name="Google Shape;1832;p42"/>
          <p:cNvSpPr txBox="1"/>
          <p:nvPr/>
        </p:nvSpPr>
        <p:spPr>
          <a:xfrm>
            <a:off x="6720007" y="4554358"/>
            <a:ext cx="918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833" name="Google Shape;1833;p42"/>
          <p:cNvSpPr txBox="1"/>
          <p:nvPr/>
        </p:nvSpPr>
        <p:spPr>
          <a:xfrm>
            <a:off x="7786471" y="4543834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34" name="Google Shape;1834;p42"/>
          <p:cNvSpPr txBox="1"/>
          <p:nvPr/>
        </p:nvSpPr>
        <p:spPr>
          <a:xfrm>
            <a:off x="9092757" y="4543834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835" name="Google Shape;1835;p42"/>
          <p:cNvSpPr txBox="1"/>
          <p:nvPr/>
        </p:nvSpPr>
        <p:spPr>
          <a:xfrm>
            <a:off x="10239727" y="4518074"/>
            <a:ext cx="104077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836" name="Google Shape;1836;p42"/>
          <p:cNvSpPr txBox="1"/>
          <p:nvPr/>
        </p:nvSpPr>
        <p:spPr>
          <a:xfrm>
            <a:off x="3922638" y="5173121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cxnSp>
        <p:nvCxnSpPr>
          <p:cNvPr id="1837" name="Google Shape;1837;p42"/>
          <p:cNvCxnSpPr/>
          <p:nvPr/>
        </p:nvCxnSpPr>
        <p:spPr>
          <a:xfrm>
            <a:off x="8972694" y="349168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8" name="Google Shape;1838;p42"/>
          <p:cNvCxnSpPr/>
          <p:nvPr/>
        </p:nvCxnSpPr>
        <p:spPr>
          <a:xfrm>
            <a:off x="8964600" y="364916"/>
            <a:ext cx="951974" cy="309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9" name="Google Shape;1839;p42"/>
          <p:cNvCxnSpPr/>
          <p:nvPr/>
        </p:nvCxnSpPr>
        <p:spPr>
          <a:xfrm>
            <a:off x="7802729" y="34682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0" name="Google Shape;1840;p42"/>
          <p:cNvCxnSpPr/>
          <p:nvPr/>
        </p:nvCxnSpPr>
        <p:spPr>
          <a:xfrm>
            <a:off x="7794635" y="362570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1" name="Google Shape;1841;p42"/>
          <p:cNvCxnSpPr/>
          <p:nvPr/>
        </p:nvCxnSpPr>
        <p:spPr>
          <a:xfrm>
            <a:off x="6618698" y="35854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2" name="Google Shape;1842;p42"/>
          <p:cNvCxnSpPr/>
          <p:nvPr/>
        </p:nvCxnSpPr>
        <p:spPr>
          <a:xfrm>
            <a:off x="6596536" y="360222"/>
            <a:ext cx="1194626" cy="234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3" name="Google Shape;1843;p42"/>
          <p:cNvCxnSpPr/>
          <p:nvPr/>
        </p:nvCxnSpPr>
        <p:spPr>
          <a:xfrm>
            <a:off x="5350261" y="370262"/>
            <a:ext cx="0" cy="590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44" name="Google Shape;1844;p42"/>
          <p:cNvCxnSpPr/>
          <p:nvPr/>
        </p:nvCxnSpPr>
        <p:spPr>
          <a:xfrm flipH="1" rot="10800000">
            <a:off x="5328099" y="364916"/>
            <a:ext cx="1290599" cy="702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5" name="Google Shape;1845;p42"/>
          <p:cNvCxnSpPr/>
          <p:nvPr/>
        </p:nvCxnSpPr>
        <p:spPr>
          <a:xfrm>
            <a:off x="5389045" y="1563638"/>
            <a:ext cx="5046900" cy="3649500"/>
          </a:xfrm>
          <a:prstGeom prst="curvedConnector3">
            <a:avLst>
              <a:gd fmla="val 49999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43"/>
          <p:cNvSpPr txBox="1"/>
          <p:nvPr/>
        </p:nvSpPr>
        <p:spPr>
          <a:xfrm>
            <a:off x="0" y="-28135"/>
            <a:ext cx="387096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COUNTING-SORT(M, min, max)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min = minimum(M)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max = maximum(M)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1.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M[i] = M[i] -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Initialize count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let C[0 ... (max - min)]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  for i = 0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Count occurrences of each element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 for i = 0 to M.length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cumulative count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  for i = 1 to (max -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C[i] = C[i] + C[i-1]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Output[M.length] be a new array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5.  for i = M.length downto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Output[C[M[i]]-1] = M[i]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C[M[i]] = C[M[i]]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6.   for i = 0 to Output.length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        Output[i] = Output[i] + min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43"/>
          <p:cNvSpPr/>
          <p:nvPr/>
        </p:nvSpPr>
        <p:spPr>
          <a:xfrm>
            <a:off x="5413723" y="151110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52" name="Google Shape;1852;p43"/>
          <p:cNvSpPr/>
          <p:nvPr/>
        </p:nvSpPr>
        <p:spPr>
          <a:xfrm>
            <a:off x="6600097" y="151110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53" name="Google Shape;1853;p43"/>
          <p:cNvSpPr/>
          <p:nvPr/>
        </p:nvSpPr>
        <p:spPr>
          <a:xfrm>
            <a:off x="7795851" y="151110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54" name="Google Shape;1854;p43"/>
          <p:cNvSpPr/>
          <p:nvPr/>
        </p:nvSpPr>
        <p:spPr>
          <a:xfrm>
            <a:off x="8989261" y="151110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55" name="Google Shape;1855;p43"/>
          <p:cNvSpPr/>
          <p:nvPr/>
        </p:nvSpPr>
        <p:spPr>
          <a:xfrm>
            <a:off x="10175635" y="1511101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56" name="Google Shape;1856;p43"/>
          <p:cNvSpPr txBox="1"/>
          <p:nvPr/>
        </p:nvSpPr>
        <p:spPr>
          <a:xfrm>
            <a:off x="5413723" y="1009297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57" name="Google Shape;1857;p43"/>
          <p:cNvSpPr txBox="1"/>
          <p:nvPr/>
        </p:nvSpPr>
        <p:spPr>
          <a:xfrm>
            <a:off x="6720007" y="1009297"/>
            <a:ext cx="918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858" name="Google Shape;1858;p43"/>
          <p:cNvSpPr txBox="1"/>
          <p:nvPr/>
        </p:nvSpPr>
        <p:spPr>
          <a:xfrm>
            <a:off x="7786471" y="998773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59" name="Google Shape;1859;p43"/>
          <p:cNvSpPr txBox="1"/>
          <p:nvPr/>
        </p:nvSpPr>
        <p:spPr>
          <a:xfrm>
            <a:off x="9092757" y="998773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860" name="Google Shape;1860;p43"/>
          <p:cNvSpPr txBox="1"/>
          <p:nvPr/>
        </p:nvSpPr>
        <p:spPr>
          <a:xfrm>
            <a:off x="10239727" y="973013"/>
            <a:ext cx="104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  <p:sp>
        <p:nvSpPr>
          <p:cNvPr id="1861" name="Google Shape;1861;p43"/>
          <p:cNvSpPr txBox="1"/>
          <p:nvPr/>
        </p:nvSpPr>
        <p:spPr>
          <a:xfrm>
            <a:off x="3922638" y="1628060"/>
            <a:ext cx="1434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Array</a:t>
            </a:r>
            <a:endParaRPr/>
          </a:p>
        </p:txBody>
      </p:sp>
      <p:sp>
        <p:nvSpPr>
          <p:cNvPr id="1862" name="Google Shape;1862;p43"/>
          <p:cNvSpPr/>
          <p:nvPr/>
        </p:nvSpPr>
        <p:spPr>
          <a:xfrm>
            <a:off x="10687310" y="2704735"/>
            <a:ext cx="1186374" cy="604910"/>
          </a:xfrm>
          <a:prstGeom prst="rect">
            <a:avLst/>
          </a:prstGeom>
          <a:solidFill>
            <a:srgbClr val="F7CAAC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1863" name="Google Shape;1863;p43"/>
          <p:cNvSpPr/>
          <p:nvPr/>
        </p:nvSpPr>
        <p:spPr>
          <a:xfrm>
            <a:off x="5425446" y="4294160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1864" name="Google Shape;1864;p43"/>
          <p:cNvSpPr/>
          <p:nvPr/>
        </p:nvSpPr>
        <p:spPr>
          <a:xfrm>
            <a:off x="6611820" y="4294160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1865" name="Google Shape;1865;p43"/>
          <p:cNvSpPr/>
          <p:nvPr/>
        </p:nvSpPr>
        <p:spPr>
          <a:xfrm>
            <a:off x="7807574" y="4294160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66" name="Google Shape;1866;p43"/>
          <p:cNvSpPr/>
          <p:nvPr/>
        </p:nvSpPr>
        <p:spPr>
          <a:xfrm>
            <a:off x="9000984" y="4294160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67" name="Google Shape;1867;p43"/>
          <p:cNvSpPr/>
          <p:nvPr/>
        </p:nvSpPr>
        <p:spPr>
          <a:xfrm>
            <a:off x="10187358" y="4294160"/>
            <a:ext cx="1186374" cy="60491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68" name="Google Shape;1868;p43"/>
          <p:cNvSpPr txBox="1"/>
          <p:nvPr/>
        </p:nvSpPr>
        <p:spPr>
          <a:xfrm>
            <a:off x="5425446" y="3792356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0</a:t>
            </a:r>
            <a:endParaRPr/>
          </a:p>
        </p:txBody>
      </p:sp>
      <p:sp>
        <p:nvSpPr>
          <p:cNvPr id="1869" name="Google Shape;1869;p43"/>
          <p:cNvSpPr txBox="1"/>
          <p:nvPr/>
        </p:nvSpPr>
        <p:spPr>
          <a:xfrm>
            <a:off x="6731730" y="3792356"/>
            <a:ext cx="9187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1</a:t>
            </a:r>
            <a:endParaRPr/>
          </a:p>
        </p:txBody>
      </p:sp>
      <p:sp>
        <p:nvSpPr>
          <p:cNvPr id="1870" name="Google Shape;1870;p43"/>
          <p:cNvSpPr txBox="1"/>
          <p:nvPr/>
        </p:nvSpPr>
        <p:spPr>
          <a:xfrm>
            <a:off x="7798194" y="3781832"/>
            <a:ext cx="117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2</a:t>
            </a:r>
            <a:endParaRPr/>
          </a:p>
        </p:txBody>
      </p:sp>
      <p:sp>
        <p:nvSpPr>
          <p:cNvPr id="1871" name="Google Shape;1871;p43"/>
          <p:cNvSpPr txBox="1"/>
          <p:nvPr/>
        </p:nvSpPr>
        <p:spPr>
          <a:xfrm>
            <a:off x="9104480" y="3781832"/>
            <a:ext cx="918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3</a:t>
            </a:r>
            <a:endParaRPr/>
          </a:p>
        </p:txBody>
      </p:sp>
      <p:sp>
        <p:nvSpPr>
          <p:cNvPr id="1872" name="Google Shape;1872;p43"/>
          <p:cNvSpPr txBox="1"/>
          <p:nvPr/>
        </p:nvSpPr>
        <p:spPr>
          <a:xfrm>
            <a:off x="10251450" y="3756072"/>
            <a:ext cx="104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2024-03-12T01:47:32Z</dcterms:created>
  <dc:creator>Fahim</dc:creator>
</cp:coreProperties>
</file>